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5" r:id="rId7"/>
    <p:sldId id="266" r:id="rId8"/>
    <p:sldId id="267" r:id="rId9"/>
    <p:sldId id="261" r:id="rId10"/>
    <p:sldId id="268" r:id="rId11"/>
    <p:sldId id="269" r:id="rId12"/>
    <p:sldId id="262" r:id="rId13"/>
    <p:sldId id="270" r:id="rId14"/>
    <p:sldId id="271" r:id="rId15"/>
    <p:sldId id="279" r:id="rId16"/>
    <p:sldId id="272" r:id="rId17"/>
    <p:sldId id="278" r:id="rId18"/>
    <p:sldId id="273" r:id="rId19"/>
    <p:sldId id="274" r:id="rId20"/>
    <p:sldId id="275" r:id="rId21"/>
    <p:sldId id="276" r:id="rId22"/>
    <p:sldId id="264" r:id="rId23"/>
    <p:sldId id="277"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AC36770-FBF8-F216-3536-572C56CCB368}" v="1172" dt="2025-11-28T23:53:24.743"/>
    <p1510:client id="{61E9E273-08EC-30B5-0D30-B7BBCA4668C3}" v="104" dt="2025-11-28T17:54:46.914"/>
    <p1510:client id="{76F10D10-3ABC-7199-8AA2-64A326050FE1}" v="633" dt="2025-11-29T18:40:36.951"/>
    <p1510:client id="{B0670F82-C643-88C1-0490-409AF3DFB474}" v="126" dt="2025-11-29T20:51:01.727"/>
    <p1510:client id="{D83EFCE3-3D79-0853-E816-D063AA6A011D}" v="134" dt="2025-11-29T01:44:19.84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roy.nsofor-W214953722" userId="S::w214953722@student.hccs.edu::a4bcf6b5-258a-4061-a951-7822d8616e66" providerId="AD" clId="Web-{76F10D10-3ABC-7199-8AA2-64A326050FE1}"/>
    <pc:docChg chg="modSld">
      <pc:chgData name="troy.nsofor-W214953722" userId="S::w214953722@student.hccs.edu::a4bcf6b5-258a-4061-a951-7822d8616e66" providerId="AD" clId="Web-{76F10D10-3ABC-7199-8AA2-64A326050FE1}" dt="2025-11-29T18:40:34.873" v="640" actId="20577"/>
      <pc:docMkLst>
        <pc:docMk/>
      </pc:docMkLst>
      <pc:sldChg chg="modSp">
        <pc:chgData name="troy.nsofor-W214953722" userId="S::w214953722@student.hccs.edu::a4bcf6b5-258a-4061-a951-7822d8616e66" providerId="AD" clId="Web-{76F10D10-3ABC-7199-8AA2-64A326050FE1}" dt="2025-11-29T17:33:16.284" v="42" actId="20577"/>
        <pc:sldMkLst>
          <pc:docMk/>
          <pc:sldMk cId="2990914279" sldId="258"/>
        </pc:sldMkLst>
        <pc:spChg chg="mod">
          <ac:chgData name="troy.nsofor-W214953722" userId="S::w214953722@student.hccs.edu::a4bcf6b5-258a-4061-a951-7822d8616e66" providerId="AD" clId="Web-{76F10D10-3ABC-7199-8AA2-64A326050FE1}" dt="2025-11-29T17:33:16.284" v="42" actId="20577"/>
          <ac:spMkLst>
            <pc:docMk/>
            <pc:sldMk cId="2990914279" sldId="258"/>
            <ac:spMk id="3" creationId="{25A91206-15FC-93B9-39DA-0CE7D4030C60}"/>
          </ac:spMkLst>
        </pc:spChg>
      </pc:sldChg>
      <pc:sldChg chg="modSp">
        <pc:chgData name="troy.nsofor-W214953722" userId="S::w214953722@student.hccs.edu::a4bcf6b5-258a-4061-a951-7822d8616e66" providerId="AD" clId="Web-{76F10D10-3ABC-7199-8AA2-64A326050FE1}" dt="2025-11-29T17:40:09.336" v="81" actId="20577"/>
        <pc:sldMkLst>
          <pc:docMk/>
          <pc:sldMk cId="313825741" sldId="260"/>
        </pc:sldMkLst>
        <pc:spChg chg="mod">
          <ac:chgData name="troy.nsofor-W214953722" userId="S::w214953722@student.hccs.edu::a4bcf6b5-258a-4061-a951-7822d8616e66" providerId="AD" clId="Web-{76F10D10-3ABC-7199-8AA2-64A326050FE1}" dt="2025-11-29T17:40:09.336" v="81" actId="20577"/>
          <ac:spMkLst>
            <pc:docMk/>
            <pc:sldMk cId="313825741" sldId="260"/>
            <ac:spMk id="3" creationId="{C92FBDAE-3951-4081-F7F8-CD6C9839D214}"/>
          </ac:spMkLst>
        </pc:spChg>
      </pc:sldChg>
      <pc:sldChg chg="modSp">
        <pc:chgData name="troy.nsofor-W214953722" userId="S::w214953722@student.hccs.edu::a4bcf6b5-258a-4061-a951-7822d8616e66" providerId="AD" clId="Web-{76F10D10-3ABC-7199-8AA2-64A326050FE1}" dt="2025-11-29T17:52:18.454" v="299" actId="20577"/>
        <pc:sldMkLst>
          <pc:docMk/>
          <pc:sldMk cId="61510913" sldId="261"/>
        </pc:sldMkLst>
        <pc:spChg chg="mod">
          <ac:chgData name="troy.nsofor-W214953722" userId="S::w214953722@student.hccs.edu::a4bcf6b5-258a-4061-a951-7822d8616e66" providerId="AD" clId="Web-{76F10D10-3ABC-7199-8AA2-64A326050FE1}" dt="2025-11-29T17:52:18.454" v="299" actId="20577"/>
          <ac:spMkLst>
            <pc:docMk/>
            <pc:sldMk cId="61510913" sldId="261"/>
            <ac:spMk id="3" creationId="{21FBFB0C-8FDC-5976-497B-99E41A1A496E}"/>
          </ac:spMkLst>
        </pc:spChg>
      </pc:sldChg>
      <pc:sldChg chg="modSp">
        <pc:chgData name="troy.nsofor-W214953722" userId="S::w214953722@student.hccs.edu::a4bcf6b5-258a-4061-a951-7822d8616e66" providerId="AD" clId="Web-{76F10D10-3ABC-7199-8AA2-64A326050FE1}" dt="2025-11-29T18:37:55.619" v="572" actId="20577"/>
        <pc:sldMkLst>
          <pc:docMk/>
          <pc:sldMk cId="1261134025" sldId="264"/>
        </pc:sldMkLst>
        <pc:spChg chg="mod">
          <ac:chgData name="troy.nsofor-W214953722" userId="S::w214953722@student.hccs.edu::a4bcf6b5-258a-4061-a951-7822d8616e66" providerId="AD" clId="Web-{76F10D10-3ABC-7199-8AA2-64A326050FE1}" dt="2025-11-29T18:37:55.619" v="572" actId="20577"/>
          <ac:spMkLst>
            <pc:docMk/>
            <pc:sldMk cId="1261134025" sldId="264"/>
            <ac:spMk id="3" creationId="{DEF8F929-63EA-1CCE-6067-7D307989C347}"/>
          </ac:spMkLst>
        </pc:spChg>
      </pc:sldChg>
      <pc:sldChg chg="modSp">
        <pc:chgData name="troy.nsofor-W214953722" userId="S::w214953722@student.hccs.edu::a4bcf6b5-258a-4061-a951-7822d8616e66" providerId="AD" clId="Web-{76F10D10-3ABC-7199-8AA2-64A326050FE1}" dt="2025-11-29T17:46:51.244" v="217" actId="20577"/>
        <pc:sldMkLst>
          <pc:docMk/>
          <pc:sldMk cId="3419897734" sldId="265"/>
        </pc:sldMkLst>
        <pc:spChg chg="mod">
          <ac:chgData name="troy.nsofor-W214953722" userId="S::w214953722@student.hccs.edu::a4bcf6b5-258a-4061-a951-7822d8616e66" providerId="AD" clId="Web-{76F10D10-3ABC-7199-8AA2-64A326050FE1}" dt="2025-11-29T17:46:51.244" v="217" actId="20577"/>
          <ac:spMkLst>
            <pc:docMk/>
            <pc:sldMk cId="3419897734" sldId="265"/>
            <ac:spMk id="3" creationId="{6AA5E620-1358-AC75-449A-646B474582B9}"/>
          </ac:spMkLst>
        </pc:spChg>
      </pc:sldChg>
      <pc:sldChg chg="modSp">
        <pc:chgData name="troy.nsofor-W214953722" userId="S::w214953722@student.hccs.edu::a4bcf6b5-258a-4061-a951-7822d8616e66" providerId="AD" clId="Web-{76F10D10-3ABC-7199-8AA2-64A326050FE1}" dt="2025-11-29T17:46:31.509" v="194" actId="20577"/>
        <pc:sldMkLst>
          <pc:docMk/>
          <pc:sldMk cId="66926815" sldId="266"/>
        </pc:sldMkLst>
        <pc:spChg chg="mod">
          <ac:chgData name="troy.nsofor-W214953722" userId="S::w214953722@student.hccs.edu::a4bcf6b5-258a-4061-a951-7822d8616e66" providerId="AD" clId="Web-{76F10D10-3ABC-7199-8AA2-64A326050FE1}" dt="2025-11-29T17:46:31.509" v="194" actId="20577"/>
          <ac:spMkLst>
            <pc:docMk/>
            <pc:sldMk cId="66926815" sldId="266"/>
            <ac:spMk id="3" creationId="{7CD88BEB-249D-D11E-8C62-24E030031FD9}"/>
          </ac:spMkLst>
        </pc:spChg>
      </pc:sldChg>
      <pc:sldChg chg="modSp">
        <pc:chgData name="troy.nsofor-W214953722" userId="S::w214953722@student.hccs.edu::a4bcf6b5-258a-4061-a951-7822d8616e66" providerId="AD" clId="Web-{76F10D10-3ABC-7199-8AA2-64A326050FE1}" dt="2025-11-29T17:49:34.013" v="272" actId="20577"/>
        <pc:sldMkLst>
          <pc:docMk/>
          <pc:sldMk cId="4233661891" sldId="267"/>
        </pc:sldMkLst>
        <pc:spChg chg="mod">
          <ac:chgData name="troy.nsofor-W214953722" userId="S::w214953722@student.hccs.edu::a4bcf6b5-258a-4061-a951-7822d8616e66" providerId="AD" clId="Web-{76F10D10-3ABC-7199-8AA2-64A326050FE1}" dt="2025-11-29T17:49:34.013" v="272" actId="20577"/>
          <ac:spMkLst>
            <pc:docMk/>
            <pc:sldMk cId="4233661891" sldId="267"/>
            <ac:spMk id="3" creationId="{43508FC0-41D1-7A04-FFE0-F585B5C12625}"/>
          </ac:spMkLst>
        </pc:spChg>
      </pc:sldChg>
      <pc:sldChg chg="modSp">
        <pc:chgData name="troy.nsofor-W214953722" userId="S::w214953722@student.hccs.edu::a4bcf6b5-258a-4061-a951-7822d8616e66" providerId="AD" clId="Web-{76F10D10-3ABC-7199-8AA2-64A326050FE1}" dt="2025-11-29T17:57:18.817" v="306" actId="20577"/>
        <pc:sldMkLst>
          <pc:docMk/>
          <pc:sldMk cId="1126872052" sldId="268"/>
        </pc:sldMkLst>
        <pc:spChg chg="mod">
          <ac:chgData name="troy.nsofor-W214953722" userId="S::w214953722@student.hccs.edu::a4bcf6b5-258a-4061-a951-7822d8616e66" providerId="AD" clId="Web-{76F10D10-3ABC-7199-8AA2-64A326050FE1}" dt="2025-11-29T17:57:18.817" v="306" actId="20577"/>
          <ac:spMkLst>
            <pc:docMk/>
            <pc:sldMk cId="1126872052" sldId="268"/>
            <ac:spMk id="3" creationId="{8C301FD8-6E82-DAF9-726F-25722F2373C2}"/>
          </ac:spMkLst>
        </pc:spChg>
      </pc:sldChg>
      <pc:sldChg chg="modSp">
        <pc:chgData name="troy.nsofor-W214953722" userId="S::w214953722@student.hccs.edu::a4bcf6b5-258a-4061-a951-7822d8616e66" providerId="AD" clId="Web-{76F10D10-3ABC-7199-8AA2-64A326050FE1}" dt="2025-11-29T18:04:12.381" v="367" actId="20577"/>
        <pc:sldMkLst>
          <pc:docMk/>
          <pc:sldMk cId="417281659" sldId="269"/>
        </pc:sldMkLst>
        <pc:spChg chg="mod">
          <ac:chgData name="troy.nsofor-W214953722" userId="S::w214953722@student.hccs.edu::a4bcf6b5-258a-4061-a951-7822d8616e66" providerId="AD" clId="Web-{76F10D10-3ABC-7199-8AA2-64A326050FE1}" dt="2025-11-29T18:04:12.381" v="367" actId="20577"/>
          <ac:spMkLst>
            <pc:docMk/>
            <pc:sldMk cId="417281659" sldId="269"/>
            <ac:spMk id="3" creationId="{6A4F2607-7932-B327-78F3-80B087121E63}"/>
          </ac:spMkLst>
        </pc:spChg>
      </pc:sldChg>
      <pc:sldChg chg="modSp">
        <pc:chgData name="troy.nsofor-W214953722" userId="S::w214953722@student.hccs.edu::a4bcf6b5-258a-4061-a951-7822d8616e66" providerId="AD" clId="Web-{76F10D10-3ABC-7199-8AA2-64A326050FE1}" dt="2025-11-29T18:07:42.121" v="377" actId="20577"/>
        <pc:sldMkLst>
          <pc:docMk/>
          <pc:sldMk cId="272020611" sldId="270"/>
        </pc:sldMkLst>
        <pc:spChg chg="mod">
          <ac:chgData name="troy.nsofor-W214953722" userId="S::w214953722@student.hccs.edu::a4bcf6b5-258a-4061-a951-7822d8616e66" providerId="AD" clId="Web-{76F10D10-3ABC-7199-8AA2-64A326050FE1}" dt="2025-11-29T18:07:42.121" v="377" actId="20577"/>
          <ac:spMkLst>
            <pc:docMk/>
            <pc:sldMk cId="272020611" sldId="270"/>
            <ac:spMk id="3" creationId="{6A3343C2-BF5A-6A8A-34F6-2520F159A744}"/>
          </ac:spMkLst>
        </pc:spChg>
      </pc:sldChg>
      <pc:sldChg chg="modSp">
        <pc:chgData name="troy.nsofor-W214953722" userId="S::w214953722@student.hccs.edu::a4bcf6b5-258a-4061-a951-7822d8616e66" providerId="AD" clId="Web-{76F10D10-3ABC-7199-8AA2-64A326050FE1}" dt="2025-11-29T18:17:56.256" v="440" actId="20577"/>
        <pc:sldMkLst>
          <pc:docMk/>
          <pc:sldMk cId="1409007222" sldId="271"/>
        </pc:sldMkLst>
        <pc:spChg chg="mod">
          <ac:chgData name="troy.nsofor-W214953722" userId="S::w214953722@student.hccs.edu::a4bcf6b5-258a-4061-a951-7822d8616e66" providerId="AD" clId="Web-{76F10D10-3ABC-7199-8AA2-64A326050FE1}" dt="2025-11-29T18:17:56.256" v="440" actId="20577"/>
          <ac:spMkLst>
            <pc:docMk/>
            <pc:sldMk cId="1409007222" sldId="271"/>
            <ac:spMk id="3" creationId="{037E4EC5-25E2-A157-18A1-4D03FB4EB421}"/>
          </ac:spMkLst>
        </pc:spChg>
      </pc:sldChg>
      <pc:sldChg chg="modSp">
        <pc:chgData name="troy.nsofor-W214953722" userId="S::w214953722@student.hccs.edu::a4bcf6b5-258a-4061-a951-7822d8616e66" providerId="AD" clId="Web-{76F10D10-3ABC-7199-8AA2-64A326050FE1}" dt="2025-11-29T18:24:12.720" v="502" actId="20577"/>
        <pc:sldMkLst>
          <pc:docMk/>
          <pc:sldMk cId="2317491260" sldId="273"/>
        </pc:sldMkLst>
        <pc:spChg chg="mod">
          <ac:chgData name="troy.nsofor-W214953722" userId="S::w214953722@student.hccs.edu::a4bcf6b5-258a-4061-a951-7822d8616e66" providerId="AD" clId="Web-{76F10D10-3ABC-7199-8AA2-64A326050FE1}" dt="2025-11-29T18:24:12.720" v="502" actId="20577"/>
          <ac:spMkLst>
            <pc:docMk/>
            <pc:sldMk cId="2317491260" sldId="273"/>
            <ac:spMk id="3" creationId="{4DE1E1B8-0E48-CBCD-6C1A-68653E522A75}"/>
          </ac:spMkLst>
        </pc:spChg>
      </pc:sldChg>
      <pc:sldChg chg="modSp">
        <pc:chgData name="troy.nsofor-W214953722" userId="S::w214953722@student.hccs.edu::a4bcf6b5-258a-4061-a951-7822d8616e66" providerId="AD" clId="Web-{76F10D10-3ABC-7199-8AA2-64A326050FE1}" dt="2025-11-29T18:33:58.665" v="528" actId="20577"/>
        <pc:sldMkLst>
          <pc:docMk/>
          <pc:sldMk cId="4056171427" sldId="274"/>
        </pc:sldMkLst>
        <pc:spChg chg="mod">
          <ac:chgData name="troy.nsofor-W214953722" userId="S::w214953722@student.hccs.edu::a4bcf6b5-258a-4061-a951-7822d8616e66" providerId="AD" clId="Web-{76F10D10-3ABC-7199-8AA2-64A326050FE1}" dt="2025-11-29T18:33:58.665" v="528" actId="20577"/>
          <ac:spMkLst>
            <pc:docMk/>
            <pc:sldMk cId="4056171427" sldId="274"/>
            <ac:spMk id="3" creationId="{6DE941C7-EC5B-B704-CFA1-9675FFC764B7}"/>
          </ac:spMkLst>
        </pc:spChg>
      </pc:sldChg>
      <pc:sldChg chg="modSp">
        <pc:chgData name="troy.nsofor-W214953722" userId="S::w214953722@student.hccs.edu::a4bcf6b5-258a-4061-a951-7822d8616e66" providerId="AD" clId="Web-{76F10D10-3ABC-7199-8AA2-64A326050FE1}" dt="2025-11-29T18:35:32.228" v="541" actId="20577"/>
        <pc:sldMkLst>
          <pc:docMk/>
          <pc:sldMk cId="3441610886" sldId="275"/>
        </pc:sldMkLst>
        <pc:spChg chg="mod">
          <ac:chgData name="troy.nsofor-W214953722" userId="S::w214953722@student.hccs.edu::a4bcf6b5-258a-4061-a951-7822d8616e66" providerId="AD" clId="Web-{76F10D10-3ABC-7199-8AA2-64A326050FE1}" dt="2025-11-29T18:35:32.228" v="541" actId="20577"/>
          <ac:spMkLst>
            <pc:docMk/>
            <pc:sldMk cId="3441610886" sldId="275"/>
            <ac:spMk id="3" creationId="{225CE6EF-2AC8-9152-4593-B432243334A0}"/>
          </ac:spMkLst>
        </pc:spChg>
      </pc:sldChg>
      <pc:sldChg chg="modSp">
        <pc:chgData name="troy.nsofor-W214953722" userId="S::w214953722@student.hccs.edu::a4bcf6b5-258a-4061-a951-7822d8616e66" providerId="AD" clId="Web-{76F10D10-3ABC-7199-8AA2-64A326050FE1}" dt="2025-11-29T18:36:37.259" v="560" actId="20577"/>
        <pc:sldMkLst>
          <pc:docMk/>
          <pc:sldMk cId="1559255371" sldId="276"/>
        </pc:sldMkLst>
        <pc:spChg chg="mod">
          <ac:chgData name="troy.nsofor-W214953722" userId="S::w214953722@student.hccs.edu::a4bcf6b5-258a-4061-a951-7822d8616e66" providerId="AD" clId="Web-{76F10D10-3ABC-7199-8AA2-64A326050FE1}" dt="2025-11-29T18:36:37.259" v="560" actId="20577"/>
          <ac:spMkLst>
            <pc:docMk/>
            <pc:sldMk cId="1559255371" sldId="276"/>
            <ac:spMk id="3" creationId="{95989D0B-BCC4-FAC8-E864-396902F61555}"/>
          </ac:spMkLst>
        </pc:spChg>
      </pc:sldChg>
      <pc:sldChg chg="modSp">
        <pc:chgData name="troy.nsofor-W214953722" userId="S::w214953722@student.hccs.edu::a4bcf6b5-258a-4061-a951-7822d8616e66" providerId="AD" clId="Web-{76F10D10-3ABC-7199-8AA2-64A326050FE1}" dt="2025-11-29T18:40:34.873" v="640" actId="20577"/>
        <pc:sldMkLst>
          <pc:docMk/>
          <pc:sldMk cId="3983336576" sldId="277"/>
        </pc:sldMkLst>
        <pc:spChg chg="mod">
          <ac:chgData name="troy.nsofor-W214953722" userId="S::w214953722@student.hccs.edu::a4bcf6b5-258a-4061-a951-7822d8616e66" providerId="AD" clId="Web-{76F10D10-3ABC-7199-8AA2-64A326050FE1}" dt="2025-11-29T18:40:34.873" v="640" actId="20577"/>
          <ac:spMkLst>
            <pc:docMk/>
            <pc:sldMk cId="3983336576" sldId="277"/>
            <ac:spMk id="3" creationId="{3B864EF6-9B03-CF0D-D436-520018E09A49}"/>
          </ac:spMkLst>
        </pc:spChg>
      </pc:sldChg>
      <pc:sldChg chg="modSp">
        <pc:chgData name="troy.nsofor-W214953722" userId="S::w214953722@student.hccs.edu::a4bcf6b5-258a-4061-a951-7822d8616e66" providerId="AD" clId="Web-{76F10D10-3ABC-7199-8AA2-64A326050FE1}" dt="2025-11-29T18:22:25.030" v="480" actId="20577"/>
        <pc:sldMkLst>
          <pc:docMk/>
          <pc:sldMk cId="4179231975" sldId="278"/>
        </pc:sldMkLst>
        <pc:spChg chg="mod">
          <ac:chgData name="troy.nsofor-W214953722" userId="S::w214953722@student.hccs.edu::a4bcf6b5-258a-4061-a951-7822d8616e66" providerId="AD" clId="Web-{76F10D10-3ABC-7199-8AA2-64A326050FE1}" dt="2025-11-29T18:22:25.030" v="480" actId="20577"/>
          <ac:spMkLst>
            <pc:docMk/>
            <pc:sldMk cId="4179231975" sldId="278"/>
            <ac:spMk id="3" creationId="{08563859-9C8C-5090-2159-03D2C83B579D}"/>
          </ac:spMkLst>
        </pc:spChg>
      </pc:sldChg>
    </pc:docChg>
  </pc:docChgLst>
  <pc:docChgLst>
    <pc:chgData name="troy.nsofor-W214953722" userId="S::w214953722@student.hccs.edu::a4bcf6b5-258a-4061-a951-7822d8616e66" providerId="AD" clId="Web-{61E9E273-08EC-30B5-0D30-B7BBCA4668C3}"/>
    <pc:docChg chg="addSld modSld">
      <pc:chgData name="troy.nsofor-W214953722" userId="S::w214953722@student.hccs.edu::a4bcf6b5-258a-4061-a951-7822d8616e66" providerId="AD" clId="Web-{61E9E273-08EC-30B5-0D30-B7BBCA4668C3}" dt="2025-11-28T17:54:44.742" v="97" actId="20577"/>
      <pc:docMkLst>
        <pc:docMk/>
      </pc:docMkLst>
      <pc:sldChg chg="modSp">
        <pc:chgData name="troy.nsofor-W214953722" userId="S::w214953722@student.hccs.edu::a4bcf6b5-258a-4061-a951-7822d8616e66" providerId="AD" clId="Web-{61E9E273-08EC-30B5-0D30-B7BBCA4668C3}" dt="2025-11-28T16:05:11.414" v="89" actId="20577"/>
        <pc:sldMkLst>
          <pc:docMk/>
          <pc:sldMk cId="109857222" sldId="256"/>
        </pc:sldMkLst>
        <pc:spChg chg="mod">
          <ac:chgData name="troy.nsofor-W214953722" userId="S::w214953722@student.hccs.edu::a4bcf6b5-258a-4061-a951-7822d8616e66" providerId="AD" clId="Web-{61E9E273-08EC-30B5-0D30-B7BBCA4668C3}" dt="2025-11-28T16:05:11.414" v="89" actId="20577"/>
          <ac:spMkLst>
            <pc:docMk/>
            <pc:sldMk cId="109857222" sldId="256"/>
            <ac:spMk id="2" creationId="{00000000-0000-0000-0000-000000000000}"/>
          </ac:spMkLst>
        </pc:spChg>
        <pc:spChg chg="mod">
          <ac:chgData name="troy.nsofor-W214953722" userId="S::w214953722@student.hccs.edu::a4bcf6b5-258a-4061-a951-7822d8616e66" providerId="AD" clId="Web-{61E9E273-08EC-30B5-0D30-B7BBCA4668C3}" dt="2025-11-28T15:52:03.755" v="29" actId="20577"/>
          <ac:spMkLst>
            <pc:docMk/>
            <pc:sldMk cId="109857222" sldId="256"/>
            <ac:spMk id="3" creationId="{00000000-0000-0000-0000-000000000000}"/>
          </ac:spMkLst>
        </pc:spChg>
      </pc:sldChg>
      <pc:sldChg chg="modSp new">
        <pc:chgData name="troy.nsofor-W214953722" userId="S::w214953722@student.hccs.edu::a4bcf6b5-258a-4061-a951-7822d8616e66" providerId="AD" clId="Web-{61E9E273-08EC-30B5-0D30-B7BBCA4668C3}" dt="2025-11-28T15:56:53.991" v="34" actId="20577"/>
        <pc:sldMkLst>
          <pc:docMk/>
          <pc:sldMk cId="3362171802" sldId="257"/>
        </pc:sldMkLst>
        <pc:spChg chg="mod">
          <ac:chgData name="troy.nsofor-W214953722" userId="S::w214953722@student.hccs.edu::a4bcf6b5-258a-4061-a951-7822d8616e66" providerId="AD" clId="Web-{61E9E273-08EC-30B5-0D30-B7BBCA4668C3}" dt="2025-11-28T15:52:32.052" v="31" actId="20577"/>
          <ac:spMkLst>
            <pc:docMk/>
            <pc:sldMk cId="3362171802" sldId="257"/>
            <ac:spMk id="2" creationId="{F1F3F6C8-BDDA-9DBC-C16B-5338FE02C317}"/>
          </ac:spMkLst>
        </pc:spChg>
        <pc:spChg chg="mod">
          <ac:chgData name="troy.nsofor-W214953722" userId="S::w214953722@student.hccs.edu::a4bcf6b5-258a-4061-a951-7822d8616e66" providerId="AD" clId="Web-{61E9E273-08EC-30B5-0D30-B7BBCA4668C3}" dt="2025-11-28T15:56:53.991" v="34" actId="20577"/>
          <ac:spMkLst>
            <pc:docMk/>
            <pc:sldMk cId="3362171802" sldId="257"/>
            <ac:spMk id="3" creationId="{F0C6C08C-CF6B-566E-EE6A-784326A1A964}"/>
          </ac:spMkLst>
        </pc:spChg>
      </pc:sldChg>
      <pc:sldChg chg="modSp new">
        <pc:chgData name="troy.nsofor-W214953722" userId="S::w214953722@student.hccs.edu::a4bcf6b5-258a-4061-a951-7822d8616e66" providerId="AD" clId="Web-{61E9E273-08EC-30B5-0D30-B7BBCA4668C3}" dt="2025-11-28T15:58:08.851" v="41" actId="20577"/>
        <pc:sldMkLst>
          <pc:docMk/>
          <pc:sldMk cId="2990914279" sldId="258"/>
        </pc:sldMkLst>
        <pc:spChg chg="mod">
          <ac:chgData name="troy.nsofor-W214953722" userId="S::w214953722@student.hccs.edu::a4bcf6b5-258a-4061-a951-7822d8616e66" providerId="AD" clId="Web-{61E9E273-08EC-30B5-0D30-B7BBCA4668C3}" dt="2025-11-28T15:57:20.710" v="37" actId="20577"/>
          <ac:spMkLst>
            <pc:docMk/>
            <pc:sldMk cId="2990914279" sldId="258"/>
            <ac:spMk id="2" creationId="{310903C1-1E99-0A57-E925-4F6A1D3CD088}"/>
          </ac:spMkLst>
        </pc:spChg>
        <pc:spChg chg="mod">
          <ac:chgData name="troy.nsofor-W214953722" userId="S::w214953722@student.hccs.edu::a4bcf6b5-258a-4061-a951-7822d8616e66" providerId="AD" clId="Web-{61E9E273-08EC-30B5-0D30-B7BBCA4668C3}" dt="2025-11-28T15:58:08.851" v="41" actId="20577"/>
          <ac:spMkLst>
            <pc:docMk/>
            <pc:sldMk cId="2990914279" sldId="258"/>
            <ac:spMk id="3" creationId="{25A91206-15FC-93B9-39DA-0CE7D4030C60}"/>
          </ac:spMkLst>
        </pc:spChg>
      </pc:sldChg>
      <pc:sldChg chg="modSp new">
        <pc:chgData name="troy.nsofor-W214953722" userId="S::w214953722@student.hccs.edu::a4bcf6b5-258a-4061-a951-7822d8616e66" providerId="AD" clId="Web-{61E9E273-08EC-30B5-0D30-B7BBCA4668C3}" dt="2025-11-28T15:58:32.991" v="46" actId="20577"/>
        <pc:sldMkLst>
          <pc:docMk/>
          <pc:sldMk cId="3812075347" sldId="259"/>
        </pc:sldMkLst>
        <pc:spChg chg="mod">
          <ac:chgData name="troy.nsofor-W214953722" userId="S::w214953722@student.hccs.edu::a4bcf6b5-258a-4061-a951-7822d8616e66" providerId="AD" clId="Web-{61E9E273-08EC-30B5-0D30-B7BBCA4668C3}" dt="2025-11-28T15:58:20.241" v="44" actId="20577"/>
          <ac:spMkLst>
            <pc:docMk/>
            <pc:sldMk cId="3812075347" sldId="259"/>
            <ac:spMk id="2" creationId="{20BB75FD-C9D6-215B-F00B-5DCB44DF54C7}"/>
          </ac:spMkLst>
        </pc:spChg>
        <pc:spChg chg="mod">
          <ac:chgData name="troy.nsofor-W214953722" userId="S::w214953722@student.hccs.edu::a4bcf6b5-258a-4061-a951-7822d8616e66" providerId="AD" clId="Web-{61E9E273-08EC-30B5-0D30-B7BBCA4668C3}" dt="2025-11-28T15:58:32.991" v="46" actId="20577"/>
          <ac:spMkLst>
            <pc:docMk/>
            <pc:sldMk cId="3812075347" sldId="259"/>
            <ac:spMk id="3" creationId="{9425C308-7EE5-B8A8-1C93-31E8D319E05F}"/>
          </ac:spMkLst>
        </pc:spChg>
      </pc:sldChg>
      <pc:sldChg chg="modSp new">
        <pc:chgData name="troy.nsofor-W214953722" userId="S::w214953722@student.hccs.edu::a4bcf6b5-258a-4061-a951-7822d8616e66" providerId="AD" clId="Web-{61E9E273-08EC-30B5-0D30-B7BBCA4668C3}" dt="2025-11-28T15:59:06.726" v="51" actId="20577"/>
        <pc:sldMkLst>
          <pc:docMk/>
          <pc:sldMk cId="313825741" sldId="260"/>
        </pc:sldMkLst>
        <pc:spChg chg="mod">
          <ac:chgData name="troy.nsofor-W214953722" userId="S::w214953722@student.hccs.edu::a4bcf6b5-258a-4061-a951-7822d8616e66" providerId="AD" clId="Web-{61E9E273-08EC-30B5-0D30-B7BBCA4668C3}" dt="2025-11-28T15:58:44.241" v="49" actId="20577"/>
          <ac:spMkLst>
            <pc:docMk/>
            <pc:sldMk cId="313825741" sldId="260"/>
            <ac:spMk id="2" creationId="{BE3EE622-420D-BFD8-BEBF-CCDF6EE2FB4E}"/>
          </ac:spMkLst>
        </pc:spChg>
        <pc:spChg chg="mod">
          <ac:chgData name="troy.nsofor-W214953722" userId="S::w214953722@student.hccs.edu::a4bcf6b5-258a-4061-a951-7822d8616e66" providerId="AD" clId="Web-{61E9E273-08EC-30B5-0D30-B7BBCA4668C3}" dt="2025-11-28T15:59:06.726" v="51" actId="20577"/>
          <ac:spMkLst>
            <pc:docMk/>
            <pc:sldMk cId="313825741" sldId="260"/>
            <ac:spMk id="3" creationId="{C92FBDAE-3951-4081-F7F8-CD6C9839D214}"/>
          </ac:spMkLst>
        </pc:spChg>
      </pc:sldChg>
      <pc:sldChg chg="modSp new">
        <pc:chgData name="troy.nsofor-W214953722" userId="S::w214953722@student.hccs.edu::a4bcf6b5-258a-4061-a951-7822d8616e66" providerId="AD" clId="Web-{61E9E273-08EC-30B5-0D30-B7BBCA4668C3}" dt="2025-11-28T15:59:45.351" v="59" actId="20577"/>
        <pc:sldMkLst>
          <pc:docMk/>
          <pc:sldMk cId="61510913" sldId="261"/>
        </pc:sldMkLst>
        <pc:spChg chg="mod">
          <ac:chgData name="troy.nsofor-W214953722" userId="S::w214953722@student.hccs.edu::a4bcf6b5-258a-4061-a951-7822d8616e66" providerId="AD" clId="Web-{61E9E273-08EC-30B5-0D30-B7BBCA4668C3}" dt="2025-11-28T15:59:28.210" v="54" actId="20577"/>
          <ac:spMkLst>
            <pc:docMk/>
            <pc:sldMk cId="61510913" sldId="261"/>
            <ac:spMk id="2" creationId="{21CB7D4F-178D-B7F6-C203-457777652DEE}"/>
          </ac:spMkLst>
        </pc:spChg>
        <pc:spChg chg="mod">
          <ac:chgData name="troy.nsofor-W214953722" userId="S::w214953722@student.hccs.edu::a4bcf6b5-258a-4061-a951-7822d8616e66" providerId="AD" clId="Web-{61E9E273-08EC-30B5-0D30-B7BBCA4668C3}" dt="2025-11-28T15:59:45.351" v="59" actId="20577"/>
          <ac:spMkLst>
            <pc:docMk/>
            <pc:sldMk cId="61510913" sldId="261"/>
            <ac:spMk id="3" creationId="{21FBFB0C-8FDC-5976-497B-99E41A1A496E}"/>
          </ac:spMkLst>
        </pc:spChg>
      </pc:sldChg>
      <pc:sldChg chg="modSp new">
        <pc:chgData name="troy.nsofor-W214953722" userId="S::w214953722@student.hccs.edu::a4bcf6b5-258a-4061-a951-7822d8616e66" providerId="AD" clId="Web-{61E9E273-08EC-30B5-0D30-B7BBCA4668C3}" dt="2025-11-28T16:00:35.226" v="69" actId="20577"/>
        <pc:sldMkLst>
          <pc:docMk/>
          <pc:sldMk cId="3994578650" sldId="262"/>
        </pc:sldMkLst>
        <pc:spChg chg="mod">
          <ac:chgData name="troy.nsofor-W214953722" userId="S::w214953722@student.hccs.edu::a4bcf6b5-258a-4061-a951-7822d8616e66" providerId="AD" clId="Web-{61E9E273-08EC-30B5-0D30-B7BBCA4668C3}" dt="2025-11-28T15:59:59.210" v="62" actId="20577"/>
          <ac:spMkLst>
            <pc:docMk/>
            <pc:sldMk cId="3994578650" sldId="262"/>
            <ac:spMk id="2" creationId="{C84A2166-E07B-6087-3A33-35EDF7F42152}"/>
          </ac:spMkLst>
        </pc:spChg>
        <pc:spChg chg="mod">
          <ac:chgData name="troy.nsofor-W214953722" userId="S::w214953722@student.hccs.edu::a4bcf6b5-258a-4061-a951-7822d8616e66" providerId="AD" clId="Web-{61E9E273-08EC-30B5-0D30-B7BBCA4668C3}" dt="2025-11-28T16:00:35.226" v="69" actId="20577"/>
          <ac:spMkLst>
            <pc:docMk/>
            <pc:sldMk cId="3994578650" sldId="262"/>
            <ac:spMk id="3" creationId="{E22C6444-11D7-3283-77D9-DFE6F5ED9763}"/>
          </ac:spMkLst>
        </pc:spChg>
      </pc:sldChg>
      <pc:sldChg chg="modSp new">
        <pc:chgData name="troy.nsofor-W214953722" userId="S::w214953722@student.hccs.edu::a4bcf6b5-258a-4061-a951-7822d8616e66" providerId="AD" clId="Web-{61E9E273-08EC-30B5-0D30-B7BBCA4668C3}" dt="2025-11-28T16:01:42.586" v="78" actId="20577"/>
        <pc:sldMkLst>
          <pc:docMk/>
          <pc:sldMk cId="2367747551" sldId="263"/>
        </pc:sldMkLst>
        <pc:spChg chg="mod">
          <ac:chgData name="troy.nsofor-W214953722" userId="S::w214953722@student.hccs.edu::a4bcf6b5-258a-4061-a951-7822d8616e66" providerId="AD" clId="Web-{61E9E273-08EC-30B5-0D30-B7BBCA4668C3}" dt="2025-11-28T16:00:44.570" v="71" actId="20577"/>
          <ac:spMkLst>
            <pc:docMk/>
            <pc:sldMk cId="2367747551" sldId="263"/>
            <ac:spMk id="2" creationId="{984664D4-B7B8-7678-4378-0CA49C80CAEC}"/>
          </ac:spMkLst>
        </pc:spChg>
        <pc:spChg chg="mod">
          <ac:chgData name="troy.nsofor-W214953722" userId="S::w214953722@student.hccs.edu::a4bcf6b5-258a-4061-a951-7822d8616e66" providerId="AD" clId="Web-{61E9E273-08EC-30B5-0D30-B7BBCA4668C3}" dt="2025-11-28T16:01:42.586" v="78" actId="20577"/>
          <ac:spMkLst>
            <pc:docMk/>
            <pc:sldMk cId="2367747551" sldId="263"/>
            <ac:spMk id="3" creationId="{B1F7C511-BC75-1A84-A418-D4C76370D501}"/>
          </ac:spMkLst>
        </pc:spChg>
      </pc:sldChg>
      <pc:sldChg chg="modSp new">
        <pc:chgData name="troy.nsofor-W214953722" userId="S::w214953722@student.hccs.edu::a4bcf6b5-258a-4061-a951-7822d8616e66" providerId="AD" clId="Web-{61E9E273-08EC-30B5-0D30-B7BBCA4668C3}" dt="2025-11-28T16:03:14.524" v="87" actId="20577"/>
        <pc:sldMkLst>
          <pc:docMk/>
          <pc:sldMk cId="1261134025" sldId="264"/>
        </pc:sldMkLst>
        <pc:spChg chg="mod">
          <ac:chgData name="troy.nsofor-W214953722" userId="S::w214953722@student.hccs.edu::a4bcf6b5-258a-4061-a951-7822d8616e66" providerId="AD" clId="Web-{61E9E273-08EC-30B5-0D30-B7BBCA4668C3}" dt="2025-11-28T16:02:08.476" v="81" actId="20577"/>
          <ac:spMkLst>
            <pc:docMk/>
            <pc:sldMk cId="1261134025" sldId="264"/>
            <ac:spMk id="2" creationId="{9FE98605-20E4-BAE9-E37E-1B41C58D5C45}"/>
          </ac:spMkLst>
        </pc:spChg>
        <pc:spChg chg="mod">
          <ac:chgData name="troy.nsofor-W214953722" userId="S::w214953722@student.hccs.edu::a4bcf6b5-258a-4061-a951-7822d8616e66" providerId="AD" clId="Web-{61E9E273-08EC-30B5-0D30-B7BBCA4668C3}" dt="2025-11-28T16:03:14.524" v="87" actId="20577"/>
          <ac:spMkLst>
            <pc:docMk/>
            <pc:sldMk cId="1261134025" sldId="264"/>
            <ac:spMk id="3" creationId="{DEF8F929-63EA-1CCE-6067-7D307989C347}"/>
          </ac:spMkLst>
        </pc:spChg>
      </pc:sldChg>
      <pc:sldChg chg="modSp new">
        <pc:chgData name="troy.nsofor-W214953722" userId="S::w214953722@student.hccs.edu::a4bcf6b5-258a-4061-a951-7822d8616e66" providerId="AD" clId="Web-{61E9E273-08EC-30B5-0D30-B7BBCA4668C3}" dt="2025-11-28T17:54:44.742" v="97" actId="20577"/>
        <pc:sldMkLst>
          <pc:docMk/>
          <pc:sldMk cId="3419897734" sldId="265"/>
        </pc:sldMkLst>
        <pc:spChg chg="mod">
          <ac:chgData name="troy.nsofor-W214953722" userId="S::w214953722@student.hccs.edu::a4bcf6b5-258a-4061-a951-7822d8616e66" providerId="AD" clId="Web-{61E9E273-08EC-30B5-0D30-B7BBCA4668C3}" dt="2025-11-28T17:50:52.398" v="92" actId="20577"/>
          <ac:spMkLst>
            <pc:docMk/>
            <pc:sldMk cId="3419897734" sldId="265"/>
            <ac:spMk id="2" creationId="{46319FE2-23A7-0002-8B56-29BFD2546638}"/>
          </ac:spMkLst>
        </pc:spChg>
        <pc:spChg chg="mod">
          <ac:chgData name="troy.nsofor-W214953722" userId="S::w214953722@student.hccs.edu::a4bcf6b5-258a-4061-a951-7822d8616e66" providerId="AD" clId="Web-{61E9E273-08EC-30B5-0D30-B7BBCA4668C3}" dt="2025-11-28T17:54:44.742" v="97" actId="20577"/>
          <ac:spMkLst>
            <pc:docMk/>
            <pc:sldMk cId="3419897734" sldId="265"/>
            <ac:spMk id="3" creationId="{6AA5E620-1358-AC75-449A-646B474582B9}"/>
          </ac:spMkLst>
        </pc:spChg>
      </pc:sldChg>
    </pc:docChg>
  </pc:docChgLst>
  <pc:docChgLst>
    <pc:chgData name="troy.nsofor-W214953722" userId="S::w214953722@student.hccs.edu::a4bcf6b5-258a-4061-a951-7822d8616e66" providerId="AD" clId="Web-{D83EFCE3-3D79-0853-E816-D063AA6A011D}"/>
    <pc:docChg chg="addSld delSld modSld sldOrd">
      <pc:chgData name="troy.nsofor-W214953722" userId="S::w214953722@student.hccs.edu::a4bcf6b5-258a-4061-a951-7822d8616e66" providerId="AD" clId="Web-{D83EFCE3-3D79-0853-E816-D063AA6A011D}" dt="2025-11-29T01:44:18.002" v="131" actId="20577"/>
      <pc:docMkLst>
        <pc:docMk/>
      </pc:docMkLst>
      <pc:sldChg chg="modSp">
        <pc:chgData name="troy.nsofor-W214953722" userId="S::w214953722@student.hccs.edu::a4bcf6b5-258a-4061-a951-7822d8616e66" providerId="AD" clId="Web-{D83EFCE3-3D79-0853-E816-D063AA6A011D}" dt="2025-11-29T00:15:44.912" v="80" actId="20577"/>
        <pc:sldMkLst>
          <pc:docMk/>
          <pc:sldMk cId="3994578650" sldId="262"/>
        </pc:sldMkLst>
        <pc:spChg chg="mod">
          <ac:chgData name="troy.nsofor-W214953722" userId="S::w214953722@student.hccs.edu::a4bcf6b5-258a-4061-a951-7822d8616e66" providerId="AD" clId="Web-{D83EFCE3-3D79-0853-E816-D063AA6A011D}" dt="2025-11-29T00:15:44.912" v="80" actId="20577"/>
          <ac:spMkLst>
            <pc:docMk/>
            <pc:sldMk cId="3994578650" sldId="262"/>
            <ac:spMk id="3" creationId="{E22C6444-11D7-3283-77D9-DFE6F5ED9763}"/>
          </ac:spMkLst>
        </pc:spChg>
      </pc:sldChg>
      <pc:sldChg chg="del">
        <pc:chgData name="troy.nsofor-W214953722" userId="S::w214953722@student.hccs.edu::a4bcf6b5-258a-4061-a951-7822d8616e66" providerId="AD" clId="Web-{D83EFCE3-3D79-0853-E816-D063AA6A011D}" dt="2025-11-28T23:56:27.327" v="3"/>
        <pc:sldMkLst>
          <pc:docMk/>
          <pc:sldMk cId="2367747551" sldId="263"/>
        </pc:sldMkLst>
      </pc:sldChg>
      <pc:sldChg chg="ord">
        <pc:chgData name="troy.nsofor-W214953722" userId="S::w214953722@student.hccs.edu::a4bcf6b5-258a-4061-a951-7822d8616e66" providerId="AD" clId="Web-{D83EFCE3-3D79-0853-E816-D063AA6A011D}" dt="2025-11-29T00:06:29.719" v="63"/>
        <pc:sldMkLst>
          <pc:docMk/>
          <pc:sldMk cId="1261134025" sldId="264"/>
        </pc:sldMkLst>
      </pc:sldChg>
      <pc:sldChg chg="modSp new">
        <pc:chgData name="troy.nsofor-W214953722" userId="S::w214953722@student.hccs.edu::a4bcf6b5-258a-4061-a951-7822d8616e66" providerId="AD" clId="Web-{D83EFCE3-3D79-0853-E816-D063AA6A011D}" dt="2025-11-29T01:44:18.002" v="131" actId="20577"/>
        <pc:sldMkLst>
          <pc:docMk/>
          <pc:sldMk cId="272020611" sldId="270"/>
        </pc:sldMkLst>
        <pc:spChg chg="mod">
          <ac:chgData name="troy.nsofor-W214953722" userId="S::w214953722@student.hccs.edu::a4bcf6b5-258a-4061-a951-7822d8616e66" providerId="AD" clId="Web-{D83EFCE3-3D79-0853-E816-D063AA6A011D}" dt="2025-11-29T01:44:18.002" v="131" actId="20577"/>
          <ac:spMkLst>
            <pc:docMk/>
            <pc:sldMk cId="272020611" sldId="270"/>
            <ac:spMk id="2" creationId="{9F5CD3A4-4D3C-6BE1-3CDA-E5D5F41F8F04}"/>
          </ac:spMkLst>
        </pc:spChg>
        <pc:spChg chg="mod">
          <ac:chgData name="troy.nsofor-W214953722" userId="S::w214953722@student.hccs.edu::a4bcf6b5-258a-4061-a951-7822d8616e66" providerId="AD" clId="Web-{D83EFCE3-3D79-0853-E816-D063AA6A011D}" dt="2025-11-28T23:57:48.202" v="7" actId="20577"/>
          <ac:spMkLst>
            <pc:docMk/>
            <pc:sldMk cId="272020611" sldId="270"/>
            <ac:spMk id="3" creationId="{6A3343C2-BF5A-6A8A-34F6-2520F159A744}"/>
          </ac:spMkLst>
        </pc:spChg>
      </pc:sldChg>
      <pc:sldChg chg="modSp new ord">
        <pc:chgData name="troy.nsofor-W214953722" userId="S::w214953722@student.hccs.edu::a4bcf6b5-258a-4061-a951-7822d8616e66" providerId="AD" clId="Web-{D83EFCE3-3D79-0853-E816-D063AA6A011D}" dt="2025-11-28T23:58:46.889" v="14" actId="20577"/>
        <pc:sldMkLst>
          <pc:docMk/>
          <pc:sldMk cId="1409007222" sldId="271"/>
        </pc:sldMkLst>
        <pc:spChg chg="mod">
          <ac:chgData name="troy.nsofor-W214953722" userId="S::w214953722@student.hccs.edu::a4bcf6b5-258a-4061-a951-7822d8616e66" providerId="AD" clId="Web-{D83EFCE3-3D79-0853-E816-D063AA6A011D}" dt="2025-11-28T23:58:12.405" v="11" actId="20577"/>
          <ac:spMkLst>
            <pc:docMk/>
            <pc:sldMk cId="1409007222" sldId="271"/>
            <ac:spMk id="2" creationId="{6C9D1E5F-E30C-128E-ACBD-4D9B656C015A}"/>
          </ac:spMkLst>
        </pc:spChg>
        <pc:spChg chg="mod">
          <ac:chgData name="troy.nsofor-W214953722" userId="S::w214953722@student.hccs.edu::a4bcf6b5-258a-4061-a951-7822d8616e66" providerId="AD" clId="Web-{D83EFCE3-3D79-0853-E816-D063AA6A011D}" dt="2025-11-28T23:58:46.889" v="14" actId="20577"/>
          <ac:spMkLst>
            <pc:docMk/>
            <pc:sldMk cId="1409007222" sldId="271"/>
            <ac:spMk id="3" creationId="{037E4EC5-25E2-A157-18A1-4D03FB4EB421}"/>
          </ac:spMkLst>
        </pc:spChg>
      </pc:sldChg>
      <pc:sldChg chg="modSp new">
        <pc:chgData name="troy.nsofor-W214953722" userId="S::w214953722@student.hccs.edu::a4bcf6b5-258a-4061-a951-7822d8616e66" providerId="AD" clId="Web-{D83EFCE3-3D79-0853-E816-D063AA6A011D}" dt="2025-11-28T23:59:45.061" v="21" actId="20577"/>
        <pc:sldMkLst>
          <pc:docMk/>
          <pc:sldMk cId="2847797058" sldId="272"/>
        </pc:sldMkLst>
        <pc:spChg chg="mod">
          <ac:chgData name="troy.nsofor-W214953722" userId="S::w214953722@student.hccs.edu::a4bcf6b5-258a-4061-a951-7822d8616e66" providerId="AD" clId="Web-{D83EFCE3-3D79-0853-E816-D063AA6A011D}" dt="2025-11-28T23:59:32.827" v="19" actId="20577"/>
          <ac:spMkLst>
            <pc:docMk/>
            <pc:sldMk cId="2847797058" sldId="272"/>
            <ac:spMk id="2" creationId="{CBA9C98A-637B-51A4-7011-8C34F6537762}"/>
          </ac:spMkLst>
        </pc:spChg>
        <pc:spChg chg="mod">
          <ac:chgData name="troy.nsofor-W214953722" userId="S::w214953722@student.hccs.edu::a4bcf6b5-258a-4061-a951-7822d8616e66" providerId="AD" clId="Web-{D83EFCE3-3D79-0853-E816-D063AA6A011D}" dt="2025-11-28T23:59:45.061" v="21" actId="20577"/>
          <ac:spMkLst>
            <pc:docMk/>
            <pc:sldMk cId="2847797058" sldId="272"/>
            <ac:spMk id="3" creationId="{F60505E3-C204-EA86-B630-B023D31B5CAB}"/>
          </ac:spMkLst>
        </pc:spChg>
      </pc:sldChg>
      <pc:sldChg chg="modSp new">
        <pc:chgData name="troy.nsofor-W214953722" userId="S::w214953722@student.hccs.edu::a4bcf6b5-258a-4061-a951-7822d8616e66" providerId="AD" clId="Web-{D83EFCE3-3D79-0853-E816-D063AA6A011D}" dt="2025-11-29T00:00:58.156" v="31" actId="20577"/>
        <pc:sldMkLst>
          <pc:docMk/>
          <pc:sldMk cId="2317491260" sldId="273"/>
        </pc:sldMkLst>
        <pc:spChg chg="mod">
          <ac:chgData name="troy.nsofor-W214953722" userId="S::w214953722@student.hccs.edu::a4bcf6b5-258a-4061-a951-7822d8616e66" providerId="AD" clId="Web-{D83EFCE3-3D79-0853-E816-D063AA6A011D}" dt="2025-11-29T00:00:04.250" v="24" actId="20577"/>
          <ac:spMkLst>
            <pc:docMk/>
            <pc:sldMk cId="2317491260" sldId="273"/>
            <ac:spMk id="2" creationId="{DF711E79-A391-7969-46BE-7B0D74111FC6}"/>
          </ac:spMkLst>
        </pc:spChg>
        <pc:spChg chg="mod">
          <ac:chgData name="troy.nsofor-W214953722" userId="S::w214953722@student.hccs.edu::a4bcf6b5-258a-4061-a951-7822d8616e66" providerId="AD" clId="Web-{D83EFCE3-3D79-0853-E816-D063AA6A011D}" dt="2025-11-29T00:00:58.156" v="31" actId="20577"/>
          <ac:spMkLst>
            <pc:docMk/>
            <pc:sldMk cId="2317491260" sldId="273"/>
            <ac:spMk id="3" creationId="{4DE1E1B8-0E48-CBCD-6C1A-68653E522A75}"/>
          </ac:spMkLst>
        </pc:spChg>
      </pc:sldChg>
      <pc:sldChg chg="modSp new">
        <pc:chgData name="troy.nsofor-W214953722" userId="S::w214953722@student.hccs.edu::a4bcf6b5-258a-4061-a951-7822d8616e66" providerId="AD" clId="Web-{D83EFCE3-3D79-0853-E816-D063AA6A011D}" dt="2025-11-29T00:01:46.125" v="36" actId="20577"/>
        <pc:sldMkLst>
          <pc:docMk/>
          <pc:sldMk cId="4056171427" sldId="274"/>
        </pc:sldMkLst>
        <pc:spChg chg="mod">
          <ac:chgData name="troy.nsofor-W214953722" userId="S::w214953722@student.hccs.edu::a4bcf6b5-258a-4061-a951-7822d8616e66" providerId="AD" clId="Web-{D83EFCE3-3D79-0853-E816-D063AA6A011D}" dt="2025-11-29T00:01:23.078" v="33" actId="20577"/>
          <ac:spMkLst>
            <pc:docMk/>
            <pc:sldMk cId="4056171427" sldId="274"/>
            <ac:spMk id="2" creationId="{CA2201FD-6601-30F1-4AC9-514BEC34B459}"/>
          </ac:spMkLst>
        </pc:spChg>
        <pc:spChg chg="mod">
          <ac:chgData name="troy.nsofor-W214953722" userId="S::w214953722@student.hccs.edu::a4bcf6b5-258a-4061-a951-7822d8616e66" providerId="AD" clId="Web-{D83EFCE3-3D79-0853-E816-D063AA6A011D}" dt="2025-11-29T00:01:46.125" v="36" actId="20577"/>
          <ac:spMkLst>
            <pc:docMk/>
            <pc:sldMk cId="4056171427" sldId="274"/>
            <ac:spMk id="3" creationId="{6DE941C7-EC5B-B704-CFA1-9675FFC764B7}"/>
          </ac:spMkLst>
        </pc:spChg>
      </pc:sldChg>
      <pc:sldChg chg="modSp new">
        <pc:chgData name="troy.nsofor-W214953722" userId="S::w214953722@student.hccs.edu::a4bcf6b5-258a-4061-a951-7822d8616e66" providerId="AD" clId="Web-{D83EFCE3-3D79-0853-E816-D063AA6A011D}" dt="2025-11-29T00:16:36.475" v="109" actId="20577"/>
        <pc:sldMkLst>
          <pc:docMk/>
          <pc:sldMk cId="3441610886" sldId="275"/>
        </pc:sldMkLst>
        <pc:spChg chg="mod">
          <ac:chgData name="troy.nsofor-W214953722" userId="S::w214953722@student.hccs.edu::a4bcf6b5-258a-4061-a951-7822d8616e66" providerId="AD" clId="Web-{D83EFCE3-3D79-0853-E816-D063AA6A011D}" dt="2025-11-29T00:02:05.062" v="39" actId="20577"/>
          <ac:spMkLst>
            <pc:docMk/>
            <pc:sldMk cId="3441610886" sldId="275"/>
            <ac:spMk id="2" creationId="{98DAF361-2591-EFB1-C3B9-9CF4078B9EB2}"/>
          </ac:spMkLst>
        </pc:spChg>
        <pc:spChg chg="mod">
          <ac:chgData name="troy.nsofor-W214953722" userId="S::w214953722@student.hccs.edu::a4bcf6b5-258a-4061-a951-7822d8616e66" providerId="AD" clId="Web-{D83EFCE3-3D79-0853-E816-D063AA6A011D}" dt="2025-11-29T00:16:36.475" v="109" actId="20577"/>
          <ac:spMkLst>
            <pc:docMk/>
            <pc:sldMk cId="3441610886" sldId="275"/>
            <ac:spMk id="3" creationId="{225CE6EF-2AC8-9152-4593-B432243334A0}"/>
          </ac:spMkLst>
        </pc:spChg>
      </pc:sldChg>
      <pc:sldChg chg="modSp new">
        <pc:chgData name="troy.nsofor-W214953722" userId="S::w214953722@student.hccs.edu::a4bcf6b5-258a-4061-a951-7822d8616e66" providerId="AD" clId="Web-{D83EFCE3-3D79-0853-E816-D063AA6A011D}" dt="2025-11-29T00:05:11.953" v="52" actId="20577"/>
        <pc:sldMkLst>
          <pc:docMk/>
          <pc:sldMk cId="1559255371" sldId="276"/>
        </pc:sldMkLst>
        <pc:spChg chg="mod">
          <ac:chgData name="troy.nsofor-W214953722" userId="S::w214953722@student.hccs.edu::a4bcf6b5-258a-4061-a951-7822d8616e66" providerId="AD" clId="Web-{D83EFCE3-3D79-0853-E816-D063AA6A011D}" dt="2025-11-29T00:03:14.125" v="45" actId="20577"/>
          <ac:spMkLst>
            <pc:docMk/>
            <pc:sldMk cId="1559255371" sldId="276"/>
            <ac:spMk id="2" creationId="{B76C4FA1-27F7-D6F0-A4FD-F558DC9991F3}"/>
          </ac:spMkLst>
        </pc:spChg>
        <pc:spChg chg="mod">
          <ac:chgData name="troy.nsofor-W214953722" userId="S::w214953722@student.hccs.edu::a4bcf6b5-258a-4061-a951-7822d8616e66" providerId="AD" clId="Web-{D83EFCE3-3D79-0853-E816-D063AA6A011D}" dt="2025-11-29T00:05:11.953" v="52" actId="20577"/>
          <ac:spMkLst>
            <pc:docMk/>
            <pc:sldMk cId="1559255371" sldId="276"/>
            <ac:spMk id="3" creationId="{95989D0B-BCC4-FAC8-E864-396902F61555}"/>
          </ac:spMkLst>
        </pc:spChg>
      </pc:sldChg>
      <pc:sldChg chg="modSp new">
        <pc:chgData name="troy.nsofor-W214953722" userId="S::w214953722@student.hccs.edu::a4bcf6b5-258a-4061-a951-7822d8616e66" providerId="AD" clId="Web-{D83EFCE3-3D79-0853-E816-D063AA6A011D}" dt="2025-11-29T00:06:26.641" v="62" actId="20577"/>
        <pc:sldMkLst>
          <pc:docMk/>
          <pc:sldMk cId="3983336576" sldId="277"/>
        </pc:sldMkLst>
        <pc:spChg chg="mod">
          <ac:chgData name="troy.nsofor-W214953722" userId="S::w214953722@student.hccs.edu::a4bcf6b5-258a-4061-a951-7822d8616e66" providerId="AD" clId="Web-{D83EFCE3-3D79-0853-E816-D063AA6A011D}" dt="2025-11-29T00:05:32.062" v="59" actId="20577"/>
          <ac:spMkLst>
            <pc:docMk/>
            <pc:sldMk cId="3983336576" sldId="277"/>
            <ac:spMk id="2" creationId="{62CD93E8-44C9-4A92-E8EF-303FD77D7693}"/>
          </ac:spMkLst>
        </pc:spChg>
        <pc:spChg chg="mod">
          <ac:chgData name="troy.nsofor-W214953722" userId="S::w214953722@student.hccs.edu::a4bcf6b5-258a-4061-a951-7822d8616e66" providerId="AD" clId="Web-{D83EFCE3-3D79-0853-E816-D063AA6A011D}" dt="2025-11-29T00:06:26.641" v="62" actId="20577"/>
          <ac:spMkLst>
            <pc:docMk/>
            <pc:sldMk cId="3983336576" sldId="277"/>
            <ac:spMk id="3" creationId="{3B864EF6-9B03-CF0D-D436-520018E09A49}"/>
          </ac:spMkLst>
        </pc:spChg>
      </pc:sldChg>
      <pc:sldChg chg="modSp new">
        <pc:chgData name="troy.nsofor-W214953722" userId="S::w214953722@student.hccs.edu::a4bcf6b5-258a-4061-a951-7822d8616e66" providerId="AD" clId="Web-{D83EFCE3-3D79-0853-E816-D063AA6A011D}" dt="2025-11-29T01:43:41.548" v="128" actId="20577"/>
        <pc:sldMkLst>
          <pc:docMk/>
          <pc:sldMk cId="4179231975" sldId="278"/>
        </pc:sldMkLst>
        <pc:spChg chg="mod">
          <ac:chgData name="troy.nsofor-W214953722" userId="S::w214953722@student.hccs.edu::a4bcf6b5-258a-4061-a951-7822d8616e66" providerId="AD" clId="Web-{D83EFCE3-3D79-0853-E816-D063AA6A011D}" dt="2025-11-29T01:43:13.095" v="123" actId="20577"/>
          <ac:spMkLst>
            <pc:docMk/>
            <pc:sldMk cId="4179231975" sldId="278"/>
            <ac:spMk id="2" creationId="{EACDF834-8585-00E0-0A5B-C50B45ACAB2D}"/>
          </ac:spMkLst>
        </pc:spChg>
        <pc:spChg chg="mod">
          <ac:chgData name="troy.nsofor-W214953722" userId="S::w214953722@student.hccs.edu::a4bcf6b5-258a-4061-a951-7822d8616e66" providerId="AD" clId="Web-{D83EFCE3-3D79-0853-E816-D063AA6A011D}" dt="2025-11-29T01:43:41.548" v="128" actId="20577"/>
          <ac:spMkLst>
            <pc:docMk/>
            <pc:sldMk cId="4179231975" sldId="278"/>
            <ac:spMk id="3" creationId="{08563859-9C8C-5090-2159-03D2C83B579D}"/>
          </ac:spMkLst>
        </pc:spChg>
      </pc:sldChg>
    </pc:docChg>
  </pc:docChgLst>
  <pc:docChgLst>
    <pc:chgData name="troy.nsofor-W214953722" userId="S::w214953722@student.hccs.edu::a4bcf6b5-258a-4061-a951-7822d8616e66" providerId="AD" clId="Web-{B0670F82-C643-88C1-0490-409AF3DFB474}"/>
    <pc:docChg chg="addSld modSld">
      <pc:chgData name="troy.nsofor-W214953722" userId="S::w214953722@student.hccs.edu::a4bcf6b5-258a-4061-a951-7822d8616e66" providerId="AD" clId="Web-{B0670F82-C643-88C1-0490-409AF3DFB474}" dt="2025-11-29T20:50:59.446" v="116" actId="20577"/>
      <pc:docMkLst>
        <pc:docMk/>
      </pc:docMkLst>
      <pc:sldChg chg="modSp">
        <pc:chgData name="troy.nsofor-W214953722" userId="S::w214953722@student.hccs.edu::a4bcf6b5-258a-4061-a951-7822d8616e66" providerId="AD" clId="Web-{B0670F82-C643-88C1-0490-409AF3DFB474}" dt="2025-11-29T20:25:01.451" v="6" actId="20577"/>
        <pc:sldMkLst>
          <pc:docMk/>
          <pc:sldMk cId="3362171802" sldId="257"/>
        </pc:sldMkLst>
        <pc:spChg chg="mod">
          <ac:chgData name="troy.nsofor-W214953722" userId="S::w214953722@student.hccs.edu::a4bcf6b5-258a-4061-a951-7822d8616e66" providerId="AD" clId="Web-{B0670F82-C643-88C1-0490-409AF3DFB474}" dt="2025-11-29T20:25:01.451" v="6" actId="20577"/>
          <ac:spMkLst>
            <pc:docMk/>
            <pc:sldMk cId="3362171802" sldId="257"/>
            <ac:spMk id="3" creationId="{F0C6C08C-CF6B-566E-EE6A-784326A1A964}"/>
          </ac:spMkLst>
        </pc:spChg>
      </pc:sldChg>
      <pc:sldChg chg="modSp">
        <pc:chgData name="troy.nsofor-W214953722" userId="S::w214953722@student.hccs.edu::a4bcf6b5-258a-4061-a951-7822d8616e66" providerId="AD" clId="Web-{B0670F82-C643-88C1-0490-409AF3DFB474}" dt="2025-11-29T20:27:29.248" v="9" actId="20577"/>
        <pc:sldMkLst>
          <pc:docMk/>
          <pc:sldMk cId="2990914279" sldId="258"/>
        </pc:sldMkLst>
        <pc:spChg chg="mod">
          <ac:chgData name="troy.nsofor-W214953722" userId="S::w214953722@student.hccs.edu::a4bcf6b5-258a-4061-a951-7822d8616e66" providerId="AD" clId="Web-{B0670F82-C643-88C1-0490-409AF3DFB474}" dt="2025-11-29T20:27:29.248" v="9" actId="20577"/>
          <ac:spMkLst>
            <pc:docMk/>
            <pc:sldMk cId="2990914279" sldId="258"/>
            <ac:spMk id="3" creationId="{25A91206-15FC-93B9-39DA-0CE7D4030C60}"/>
          </ac:spMkLst>
        </pc:spChg>
      </pc:sldChg>
      <pc:sldChg chg="modSp">
        <pc:chgData name="troy.nsofor-W214953722" userId="S::w214953722@student.hccs.edu::a4bcf6b5-258a-4061-a951-7822d8616e66" providerId="AD" clId="Web-{B0670F82-C643-88C1-0490-409AF3DFB474}" dt="2025-11-29T20:28:53.647" v="15" actId="20577"/>
        <pc:sldMkLst>
          <pc:docMk/>
          <pc:sldMk cId="313825741" sldId="260"/>
        </pc:sldMkLst>
        <pc:spChg chg="mod">
          <ac:chgData name="troy.nsofor-W214953722" userId="S::w214953722@student.hccs.edu::a4bcf6b5-258a-4061-a951-7822d8616e66" providerId="AD" clId="Web-{B0670F82-C643-88C1-0490-409AF3DFB474}" dt="2025-11-29T20:28:53.647" v="15" actId="20577"/>
          <ac:spMkLst>
            <pc:docMk/>
            <pc:sldMk cId="313825741" sldId="260"/>
            <ac:spMk id="3" creationId="{C92FBDAE-3951-4081-F7F8-CD6C9839D214}"/>
          </ac:spMkLst>
        </pc:spChg>
      </pc:sldChg>
      <pc:sldChg chg="modSp">
        <pc:chgData name="troy.nsofor-W214953722" userId="S::w214953722@student.hccs.edu::a4bcf6b5-258a-4061-a951-7822d8616e66" providerId="AD" clId="Web-{B0670F82-C643-88C1-0490-409AF3DFB474}" dt="2025-11-29T20:32:38.241" v="35" actId="20577"/>
        <pc:sldMkLst>
          <pc:docMk/>
          <pc:sldMk cId="61510913" sldId="261"/>
        </pc:sldMkLst>
        <pc:spChg chg="mod">
          <ac:chgData name="troy.nsofor-W214953722" userId="S::w214953722@student.hccs.edu::a4bcf6b5-258a-4061-a951-7822d8616e66" providerId="AD" clId="Web-{B0670F82-C643-88C1-0490-409AF3DFB474}" dt="2025-11-29T20:32:38.241" v="35" actId="20577"/>
          <ac:spMkLst>
            <pc:docMk/>
            <pc:sldMk cId="61510913" sldId="261"/>
            <ac:spMk id="3" creationId="{21FBFB0C-8FDC-5976-497B-99E41A1A496E}"/>
          </ac:spMkLst>
        </pc:spChg>
      </pc:sldChg>
      <pc:sldChg chg="modSp">
        <pc:chgData name="troy.nsofor-W214953722" userId="S::w214953722@student.hccs.edu::a4bcf6b5-258a-4061-a951-7822d8616e66" providerId="AD" clId="Web-{B0670F82-C643-88C1-0490-409AF3DFB474}" dt="2025-11-29T20:36:02.679" v="38" actId="20577"/>
        <pc:sldMkLst>
          <pc:docMk/>
          <pc:sldMk cId="3994578650" sldId="262"/>
        </pc:sldMkLst>
        <pc:spChg chg="mod">
          <ac:chgData name="troy.nsofor-W214953722" userId="S::w214953722@student.hccs.edu::a4bcf6b5-258a-4061-a951-7822d8616e66" providerId="AD" clId="Web-{B0670F82-C643-88C1-0490-409AF3DFB474}" dt="2025-11-29T20:36:02.679" v="38" actId="20577"/>
          <ac:spMkLst>
            <pc:docMk/>
            <pc:sldMk cId="3994578650" sldId="262"/>
            <ac:spMk id="3" creationId="{E22C6444-11D7-3283-77D9-DFE6F5ED9763}"/>
          </ac:spMkLst>
        </pc:spChg>
      </pc:sldChg>
      <pc:sldChg chg="modSp">
        <pc:chgData name="troy.nsofor-W214953722" userId="S::w214953722@student.hccs.edu::a4bcf6b5-258a-4061-a951-7822d8616e66" providerId="AD" clId="Web-{B0670F82-C643-88C1-0490-409AF3DFB474}" dt="2025-11-29T20:30:11.006" v="16" actId="20577"/>
        <pc:sldMkLst>
          <pc:docMk/>
          <pc:sldMk cId="66926815" sldId="266"/>
        </pc:sldMkLst>
        <pc:spChg chg="mod">
          <ac:chgData name="troy.nsofor-W214953722" userId="S::w214953722@student.hccs.edu::a4bcf6b5-258a-4061-a951-7822d8616e66" providerId="AD" clId="Web-{B0670F82-C643-88C1-0490-409AF3DFB474}" dt="2025-11-29T20:30:11.006" v="16" actId="20577"/>
          <ac:spMkLst>
            <pc:docMk/>
            <pc:sldMk cId="66926815" sldId="266"/>
            <ac:spMk id="3" creationId="{7CD88BEB-249D-D11E-8C62-24E030031FD9}"/>
          </ac:spMkLst>
        </pc:spChg>
      </pc:sldChg>
      <pc:sldChg chg="modSp">
        <pc:chgData name="troy.nsofor-W214953722" userId="S::w214953722@student.hccs.edu::a4bcf6b5-258a-4061-a951-7822d8616e66" providerId="AD" clId="Web-{B0670F82-C643-88C1-0490-409AF3DFB474}" dt="2025-11-29T20:31:18.381" v="19" actId="20577"/>
        <pc:sldMkLst>
          <pc:docMk/>
          <pc:sldMk cId="4233661891" sldId="267"/>
        </pc:sldMkLst>
        <pc:spChg chg="mod">
          <ac:chgData name="troy.nsofor-W214953722" userId="S::w214953722@student.hccs.edu::a4bcf6b5-258a-4061-a951-7822d8616e66" providerId="AD" clId="Web-{B0670F82-C643-88C1-0490-409AF3DFB474}" dt="2025-11-29T20:31:18.381" v="19" actId="20577"/>
          <ac:spMkLst>
            <pc:docMk/>
            <pc:sldMk cId="4233661891" sldId="267"/>
            <ac:spMk id="3" creationId="{43508FC0-41D1-7A04-FFE0-F585B5C12625}"/>
          </ac:spMkLst>
        </pc:spChg>
      </pc:sldChg>
      <pc:sldChg chg="modSp">
        <pc:chgData name="troy.nsofor-W214953722" userId="S::w214953722@student.hccs.edu::a4bcf6b5-258a-4061-a951-7822d8616e66" providerId="AD" clId="Web-{B0670F82-C643-88C1-0490-409AF3DFB474}" dt="2025-11-29T20:36:30.366" v="39" actId="20577"/>
        <pc:sldMkLst>
          <pc:docMk/>
          <pc:sldMk cId="272020611" sldId="270"/>
        </pc:sldMkLst>
        <pc:spChg chg="mod">
          <ac:chgData name="troy.nsofor-W214953722" userId="S::w214953722@student.hccs.edu::a4bcf6b5-258a-4061-a951-7822d8616e66" providerId="AD" clId="Web-{B0670F82-C643-88C1-0490-409AF3DFB474}" dt="2025-11-29T20:36:30.366" v="39" actId="20577"/>
          <ac:spMkLst>
            <pc:docMk/>
            <pc:sldMk cId="272020611" sldId="270"/>
            <ac:spMk id="3" creationId="{6A3343C2-BF5A-6A8A-34F6-2520F159A744}"/>
          </ac:spMkLst>
        </pc:spChg>
      </pc:sldChg>
      <pc:sldChg chg="modSp">
        <pc:chgData name="troy.nsofor-W214953722" userId="S::w214953722@student.hccs.edu::a4bcf6b5-258a-4061-a951-7822d8616e66" providerId="AD" clId="Web-{B0670F82-C643-88C1-0490-409AF3DFB474}" dt="2025-11-29T20:36:45.601" v="42" actId="20577"/>
        <pc:sldMkLst>
          <pc:docMk/>
          <pc:sldMk cId="1409007222" sldId="271"/>
        </pc:sldMkLst>
        <pc:spChg chg="mod">
          <ac:chgData name="troy.nsofor-W214953722" userId="S::w214953722@student.hccs.edu::a4bcf6b5-258a-4061-a951-7822d8616e66" providerId="AD" clId="Web-{B0670F82-C643-88C1-0490-409AF3DFB474}" dt="2025-11-29T20:36:45.601" v="42" actId="20577"/>
          <ac:spMkLst>
            <pc:docMk/>
            <pc:sldMk cId="1409007222" sldId="271"/>
            <ac:spMk id="3" creationId="{037E4EC5-25E2-A157-18A1-4D03FB4EB421}"/>
          </ac:spMkLst>
        </pc:spChg>
      </pc:sldChg>
      <pc:sldChg chg="modSp">
        <pc:chgData name="troy.nsofor-W214953722" userId="S::w214953722@student.hccs.edu::a4bcf6b5-258a-4061-a951-7822d8616e66" providerId="AD" clId="Web-{B0670F82-C643-88C1-0490-409AF3DFB474}" dt="2025-11-29T20:38:53.773" v="55" actId="20577"/>
        <pc:sldMkLst>
          <pc:docMk/>
          <pc:sldMk cId="2317491260" sldId="273"/>
        </pc:sldMkLst>
        <pc:spChg chg="mod">
          <ac:chgData name="troy.nsofor-W214953722" userId="S::w214953722@student.hccs.edu::a4bcf6b5-258a-4061-a951-7822d8616e66" providerId="AD" clId="Web-{B0670F82-C643-88C1-0490-409AF3DFB474}" dt="2025-11-29T20:38:53.773" v="55" actId="20577"/>
          <ac:spMkLst>
            <pc:docMk/>
            <pc:sldMk cId="2317491260" sldId="273"/>
            <ac:spMk id="3" creationId="{4DE1E1B8-0E48-CBCD-6C1A-68653E522A75}"/>
          </ac:spMkLst>
        </pc:spChg>
      </pc:sldChg>
      <pc:sldChg chg="modSp">
        <pc:chgData name="troy.nsofor-W214953722" userId="S::w214953722@student.hccs.edu::a4bcf6b5-258a-4061-a951-7822d8616e66" providerId="AD" clId="Web-{B0670F82-C643-88C1-0490-409AF3DFB474}" dt="2025-11-29T20:39:12.554" v="56" actId="20577"/>
        <pc:sldMkLst>
          <pc:docMk/>
          <pc:sldMk cId="4056171427" sldId="274"/>
        </pc:sldMkLst>
        <pc:spChg chg="mod">
          <ac:chgData name="troy.nsofor-W214953722" userId="S::w214953722@student.hccs.edu::a4bcf6b5-258a-4061-a951-7822d8616e66" providerId="AD" clId="Web-{B0670F82-C643-88C1-0490-409AF3DFB474}" dt="2025-11-29T20:39:12.554" v="56" actId="20577"/>
          <ac:spMkLst>
            <pc:docMk/>
            <pc:sldMk cId="4056171427" sldId="274"/>
            <ac:spMk id="3" creationId="{6DE941C7-EC5B-B704-CFA1-9675FFC764B7}"/>
          </ac:spMkLst>
        </pc:spChg>
      </pc:sldChg>
      <pc:sldChg chg="modSp">
        <pc:chgData name="troy.nsofor-W214953722" userId="S::w214953722@student.hccs.edu::a4bcf6b5-258a-4061-a951-7822d8616e66" providerId="AD" clId="Web-{B0670F82-C643-88C1-0490-409AF3DFB474}" dt="2025-11-29T20:39:45.835" v="58" actId="20577"/>
        <pc:sldMkLst>
          <pc:docMk/>
          <pc:sldMk cId="3441610886" sldId="275"/>
        </pc:sldMkLst>
        <pc:spChg chg="mod">
          <ac:chgData name="troy.nsofor-W214953722" userId="S::w214953722@student.hccs.edu::a4bcf6b5-258a-4061-a951-7822d8616e66" providerId="AD" clId="Web-{B0670F82-C643-88C1-0490-409AF3DFB474}" dt="2025-11-29T20:39:45.835" v="58" actId="20577"/>
          <ac:spMkLst>
            <pc:docMk/>
            <pc:sldMk cId="3441610886" sldId="275"/>
            <ac:spMk id="3" creationId="{225CE6EF-2AC8-9152-4593-B432243334A0}"/>
          </ac:spMkLst>
        </pc:spChg>
      </pc:sldChg>
      <pc:sldChg chg="modSp">
        <pc:chgData name="troy.nsofor-W214953722" userId="S::w214953722@student.hccs.edu::a4bcf6b5-258a-4061-a951-7822d8616e66" providerId="AD" clId="Web-{B0670F82-C643-88C1-0490-409AF3DFB474}" dt="2025-11-29T20:40:18.929" v="62" actId="20577"/>
        <pc:sldMkLst>
          <pc:docMk/>
          <pc:sldMk cId="1559255371" sldId="276"/>
        </pc:sldMkLst>
        <pc:spChg chg="mod">
          <ac:chgData name="troy.nsofor-W214953722" userId="S::w214953722@student.hccs.edu::a4bcf6b5-258a-4061-a951-7822d8616e66" providerId="AD" clId="Web-{B0670F82-C643-88C1-0490-409AF3DFB474}" dt="2025-11-29T20:40:18.929" v="62" actId="20577"/>
          <ac:spMkLst>
            <pc:docMk/>
            <pc:sldMk cId="1559255371" sldId="276"/>
            <ac:spMk id="3" creationId="{95989D0B-BCC4-FAC8-E864-396902F61555}"/>
          </ac:spMkLst>
        </pc:spChg>
      </pc:sldChg>
      <pc:sldChg chg="modSp new">
        <pc:chgData name="troy.nsofor-W214953722" userId="S::w214953722@student.hccs.edu::a4bcf6b5-258a-4061-a951-7822d8616e66" providerId="AD" clId="Web-{B0670F82-C643-88C1-0490-409AF3DFB474}" dt="2025-11-29T20:50:59.446" v="116" actId="20577"/>
        <pc:sldMkLst>
          <pc:docMk/>
          <pc:sldMk cId="3860395094" sldId="279"/>
        </pc:sldMkLst>
        <pc:spChg chg="mod">
          <ac:chgData name="troy.nsofor-W214953722" userId="S::w214953722@student.hccs.edu::a4bcf6b5-258a-4061-a951-7822d8616e66" providerId="AD" clId="Web-{B0670F82-C643-88C1-0490-409AF3DFB474}" dt="2025-11-29T20:46:15.757" v="74" actId="20577"/>
          <ac:spMkLst>
            <pc:docMk/>
            <pc:sldMk cId="3860395094" sldId="279"/>
            <ac:spMk id="2" creationId="{2CB7BDF3-688E-3417-3435-B4345D33268A}"/>
          </ac:spMkLst>
        </pc:spChg>
        <pc:spChg chg="mod">
          <ac:chgData name="troy.nsofor-W214953722" userId="S::w214953722@student.hccs.edu::a4bcf6b5-258a-4061-a951-7822d8616e66" providerId="AD" clId="Web-{B0670F82-C643-88C1-0490-409AF3DFB474}" dt="2025-11-29T20:50:59.446" v="116" actId="20577"/>
          <ac:spMkLst>
            <pc:docMk/>
            <pc:sldMk cId="3860395094" sldId="279"/>
            <ac:spMk id="3" creationId="{EA351EB7-FBAC-3122-52E9-6B85239EEB5E}"/>
          </ac:spMkLst>
        </pc:spChg>
      </pc:sldChg>
    </pc:docChg>
  </pc:docChgLst>
  <pc:docChgLst>
    <pc:chgData name="troy.nsofor-W214953722" userId="S::w214953722@student.hccs.edu::a4bcf6b5-258a-4061-a951-7822d8616e66" providerId="AD" clId="Web-{3AC36770-FBF8-F216-3536-572C56CCB368}"/>
    <pc:docChg chg="addSld modSld">
      <pc:chgData name="troy.nsofor-W214953722" userId="S::w214953722@student.hccs.edu::a4bcf6b5-258a-4061-a951-7822d8616e66" providerId="AD" clId="Web-{3AC36770-FBF8-F216-3536-572C56CCB368}" dt="2025-11-28T23:53:21.759" v="1181" actId="20577"/>
      <pc:docMkLst>
        <pc:docMk/>
      </pc:docMkLst>
      <pc:sldChg chg="modSp">
        <pc:chgData name="troy.nsofor-W214953722" userId="S::w214953722@student.hccs.edu::a4bcf6b5-258a-4061-a951-7822d8616e66" providerId="AD" clId="Web-{3AC36770-FBF8-F216-3536-572C56CCB368}" dt="2025-11-28T19:57:10.343" v="35" actId="20577"/>
        <pc:sldMkLst>
          <pc:docMk/>
          <pc:sldMk cId="3362171802" sldId="257"/>
        </pc:sldMkLst>
        <pc:spChg chg="mod">
          <ac:chgData name="troy.nsofor-W214953722" userId="S::w214953722@student.hccs.edu::a4bcf6b5-258a-4061-a951-7822d8616e66" providerId="AD" clId="Web-{3AC36770-FBF8-F216-3536-572C56CCB368}" dt="2025-11-28T19:57:10.343" v="35" actId="20577"/>
          <ac:spMkLst>
            <pc:docMk/>
            <pc:sldMk cId="3362171802" sldId="257"/>
            <ac:spMk id="3" creationId="{F0C6C08C-CF6B-566E-EE6A-784326A1A964}"/>
          </ac:spMkLst>
        </pc:spChg>
      </pc:sldChg>
      <pc:sldChg chg="modSp">
        <pc:chgData name="troy.nsofor-W214953722" userId="S::w214953722@student.hccs.edu::a4bcf6b5-258a-4061-a951-7822d8616e66" providerId="AD" clId="Web-{3AC36770-FBF8-F216-3536-572C56CCB368}" dt="2025-11-28T20:00:22.693" v="46" actId="20577"/>
        <pc:sldMkLst>
          <pc:docMk/>
          <pc:sldMk cId="2990914279" sldId="258"/>
        </pc:sldMkLst>
        <pc:spChg chg="mod">
          <ac:chgData name="troy.nsofor-W214953722" userId="S::w214953722@student.hccs.edu::a4bcf6b5-258a-4061-a951-7822d8616e66" providerId="AD" clId="Web-{3AC36770-FBF8-F216-3536-572C56CCB368}" dt="2025-11-28T20:00:01.661" v="41" actId="20577"/>
          <ac:spMkLst>
            <pc:docMk/>
            <pc:sldMk cId="2990914279" sldId="258"/>
            <ac:spMk id="2" creationId="{310903C1-1E99-0A57-E925-4F6A1D3CD088}"/>
          </ac:spMkLst>
        </pc:spChg>
        <pc:spChg chg="mod">
          <ac:chgData name="troy.nsofor-W214953722" userId="S::w214953722@student.hccs.edu::a4bcf6b5-258a-4061-a951-7822d8616e66" providerId="AD" clId="Web-{3AC36770-FBF8-F216-3536-572C56CCB368}" dt="2025-11-28T20:00:22.693" v="46" actId="20577"/>
          <ac:spMkLst>
            <pc:docMk/>
            <pc:sldMk cId="2990914279" sldId="258"/>
            <ac:spMk id="3" creationId="{25A91206-15FC-93B9-39DA-0CE7D4030C60}"/>
          </ac:spMkLst>
        </pc:spChg>
      </pc:sldChg>
      <pc:sldChg chg="modSp">
        <pc:chgData name="troy.nsofor-W214953722" userId="S::w214953722@student.hccs.edu::a4bcf6b5-258a-4061-a951-7822d8616e66" providerId="AD" clId="Web-{3AC36770-FBF8-F216-3536-572C56CCB368}" dt="2025-11-28T21:30:21.852" v="56" actId="20577"/>
        <pc:sldMkLst>
          <pc:docMk/>
          <pc:sldMk cId="3812075347" sldId="259"/>
        </pc:sldMkLst>
        <pc:spChg chg="mod">
          <ac:chgData name="troy.nsofor-W214953722" userId="S::w214953722@student.hccs.edu::a4bcf6b5-258a-4061-a951-7822d8616e66" providerId="AD" clId="Web-{3AC36770-FBF8-F216-3536-572C56CCB368}" dt="2025-11-28T21:30:08.727" v="53" actId="20577"/>
          <ac:spMkLst>
            <pc:docMk/>
            <pc:sldMk cId="3812075347" sldId="259"/>
            <ac:spMk id="2" creationId="{20BB75FD-C9D6-215B-F00B-5DCB44DF54C7}"/>
          </ac:spMkLst>
        </pc:spChg>
        <pc:spChg chg="mod">
          <ac:chgData name="troy.nsofor-W214953722" userId="S::w214953722@student.hccs.edu::a4bcf6b5-258a-4061-a951-7822d8616e66" providerId="AD" clId="Web-{3AC36770-FBF8-F216-3536-572C56CCB368}" dt="2025-11-28T21:30:21.852" v="56" actId="20577"/>
          <ac:spMkLst>
            <pc:docMk/>
            <pc:sldMk cId="3812075347" sldId="259"/>
            <ac:spMk id="3" creationId="{9425C308-7EE5-B8A8-1C93-31E8D319E05F}"/>
          </ac:spMkLst>
        </pc:spChg>
      </pc:sldChg>
      <pc:sldChg chg="modSp">
        <pc:chgData name="troy.nsofor-W214953722" userId="S::w214953722@student.hccs.edu::a4bcf6b5-258a-4061-a951-7822d8616e66" providerId="AD" clId="Web-{3AC36770-FBF8-F216-3536-572C56CCB368}" dt="2025-11-28T21:31:13.571" v="63" actId="20577"/>
        <pc:sldMkLst>
          <pc:docMk/>
          <pc:sldMk cId="313825741" sldId="260"/>
        </pc:sldMkLst>
        <pc:spChg chg="mod">
          <ac:chgData name="troy.nsofor-W214953722" userId="S::w214953722@student.hccs.edu::a4bcf6b5-258a-4061-a951-7822d8616e66" providerId="AD" clId="Web-{3AC36770-FBF8-F216-3536-572C56CCB368}" dt="2025-11-28T21:30:46.087" v="60" actId="20577"/>
          <ac:spMkLst>
            <pc:docMk/>
            <pc:sldMk cId="313825741" sldId="260"/>
            <ac:spMk id="2" creationId="{BE3EE622-420D-BFD8-BEBF-CCDF6EE2FB4E}"/>
          </ac:spMkLst>
        </pc:spChg>
        <pc:spChg chg="mod">
          <ac:chgData name="troy.nsofor-W214953722" userId="S::w214953722@student.hccs.edu::a4bcf6b5-258a-4061-a951-7822d8616e66" providerId="AD" clId="Web-{3AC36770-FBF8-F216-3536-572C56CCB368}" dt="2025-11-28T21:31:13.571" v="63" actId="20577"/>
          <ac:spMkLst>
            <pc:docMk/>
            <pc:sldMk cId="313825741" sldId="260"/>
            <ac:spMk id="3" creationId="{C92FBDAE-3951-4081-F7F8-CD6C9839D214}"/>
          </ac:spMkLst>
        </pc:spChg>
      </pc:sldChg>
      <pc:sldChg chg="modSp">
        <pc:chgData name="troy.nsofor-W214953722" userId="S::w214953722@student.hccs.edu::a4bcf6b5-258a-4061-a951-7822d8616e66" providerId="AD" clId="Web-{3AC36770-FBF8-F216-3536-572C56CCB368}" dt="2025-11-28T23:02:37.515" v="543" actId="20577"/>
        <pc:sldMkLst>
          <pc:docMk/>
          <pc:sldMk cId="61510913" sldId="261"/>
        </pc:sldMkLst>
        <pc:spChg chg="mod">
          <ac:chgData name="troy.nsofor-W214953722" userId="S::w214953722@student.hccs.edu::a4bcf6b5-258a-4061-a951-7822d8616e66" providerId="AD" clId="Web-{3AC36770-FBF8-F216-3536-572C56CCB368}" dt="2025-11-28T22:56:44.300" v="485" actId="20577"/>
          <ac:spMkLst>
            <pc:docMk/>
            <pc:sldMk cId="61510913" sldId="261"/>
            <ac:spMk id="2" creationId="{21CB7D4F-178D-B7F6-C203-457777652DEE}"/>
          </ac:spMkLst>
        </pc:spChg>
        <pc:spChg chg="mod">
          <ac:chgData name="troy.nsofor-W214953722" userId="S::w214953722@student.hccs.edu::a4bcf6b5-258a-4061-a951-7822d8616e66" providerId="AD" clId="Web-{3AC36770-FBF8-F216-3536-572C56CCB368}" dt="2025-11-28T23:02:37.515" v="543" actId="20577"/>
          <ac:spMkLst>
            <pc:docMk/>
            <pc:sldMk cId="61510913" sldId="261"/>
            <ac:spMk id="3" creationId="{21FBFB0C-8FDC-5976-497B-99E41A1A496E}"/>
          </ac:spMkLst>
        </pc:spChg>
      </pc:sldChg>
      <pc:sldChg chg="modSp">
        <pc:chgData name="troy.nsofor-W214953722" userId="S::w214953722@student.hccs.edu::a4bcf6b5-258a-4061-a951-7822d8616e66" providerId="AD" clId="Web-{3AC36770-FBF8-F216-3536-572C56CCB368}" dt="2025-11-28T23:51:55.507" v="1178" actId="20577"/>
        <pc:sldMkLst>
          <pc:docMk/>
          <pc:sldMk cId="3994578650" sldId="262"/>
        </pc:sldMkLst>
        <pc:spChg chg="mod">
          <ac:chgData name="troy.nsofor-W214953722" userId="S::w214953722@student.hccs.edu::a4bcf6b5-258a-4061-a951-7822d8616e66" providerId="AD" clId="Web-{3AC36770-FBF8-F216-3536-572C56CCB368}" dt="2025-11-28T23:50:50.132" v="1163" actId="20577"/>
          <ac:spMkLst>
            <pc:docMk/>
            <pc:sldMk cId="3994578650" sldId="262"/>
            <ac:spMk id="2" creationId="{C84A2166-E07B-6087-3A33-35EDF7F42152}"/>
          </ac:spMkLst>
        </pc:spChg>
        <pc:spChg chg="mod">
          <ac:chgData name="troy.nsofor-W214953722" userId="S::w214953722@student.hccs.edu::a4bcf6b5-258a-4061-a951-7822d8616e66" providerId="AD" clId="Web-{3AC36770-FBF8-F216-3536-572C56CCB368}" dt="2025-11-28T23:51:55.507" v="1178" actId="20577"/>
          <ac:spMkLst>
            <pc:docMk/>
            <pc:sldMk cId="3994578650" sldId="262"/>
            <ac:spMk id="3" creationId="{E22C6444-11D7-3283-77D9-DFE6F5ED9763}"/>
          </ac:spMkLst>
        </pc:spChg>
      </pc:sldChg>
      <pc:sldChg chg="modSp">
        <pc:chgData name="troy.nsofor-W214953722" userId="S::w214953722@student.hccs.edu::a4bcf6b5-258a-4061-a951-7822d8616e66" providerId="AD" clId="Web-{3AC36770-FBF8-F216-3536-572C56CCB368}" dt="2025-11-28T23:53:21.759" v="1181" actId="20577"/>
        <pc:sldMkLst>
          <pc:docMk/>
          <pc:sldMk cId="2367747551" sldId="263"/>
        </pc:sldMkLst>
        <pc:spChg chg="mod">
          <ac:chgData name="troy.nsofor-W214953722" userId="S::w214953722@student.hccs.edu::a4bcf6b5-258a-4061-a951-7822d8616e66" providerId="AD" clId="Web-{3AC36770-FBF8-F216-3536-572C56CCB368}" dt="2025-11-28T23:53:21.759" v="1181" actId="20577"/>
          <ac:spMkLst>
            <pc:docMk/>
            <pc:sldMk cId="2367747551" sldId="263"/>
            <ac:spMk id="2" creationId="{984664D4-B7B8-7678-4378-0CA49C80CAEC}"/>
          </ac:spMkLst>
        </pc:spChg>
        <pc:spChg chg="mod">
          <ac:chgData name="troy.nsofor-W214953722" userId="S::w214953722@student.hccs.edu::a4bcf6b5-258a-4061-a951-7822d8616e66" providerId="AD" clId="Web-{3AC36770-FBF8-F216-3536-572C56CCB368}" dt="2025-11-28T23:52:21.381" v="1179" actId="20577"/>
          <ac:spMkLst>
            <pc:docMk/>
            <pc:sldMk cId="2367747551" sldId="263"/>
            <ac:spMk id="3" creationId="{B1F7C511-BC75-1A84-A418-D4C76370D501}"/>
          </ac:spMkLst>
        </pc:spChg>
      </pc:sldChg>
      <pc:sldChg chg="modSp">
        <pc:chgData name="troy.nsofor-W214953722" userId="S::w214953722@student.hccs.edu::a4bcf6b5-258a-4061-a951-7822d8616e66" providerId="AD" clId="Web-{3AC36770-FBF8-F216-3536-572C56CCB368}" dt="2025-11-28T22:40:18.087" v="236" actId="20577"/>
        <pc:sldMkLst>
          <pc:docMk/>
          <pc:sldMk cId="3419897734" sldId="265"/>
        </pc:sldMkLst>
        <pc:spChg chg="mod">
          <ac:chgData name="troy.nsofor-W214953722" userId="S::w214953722@student.hccs.edu::a4bcf6b5-258a-4061-a951-7822d8616e66" providerId="AD" clId="Web-{3AC36770-FBF8-F216-3536-572C56CCB368}" dt="2025-11-28T21:36:29.970" v="130" actId="20577"/>
          <ac:spMkLst>
            <pc:docMk/>
            <pc:sldMk cId="3419897734" sldId="265"/>
            <ac:spMk id="2" creationId="{46319FE2-23A7-0002-8B56-29BFD2546638}"/>
          </ac:spMkLst>
        </pc:spChg>
        <pc:spChg chg="mod">
          <ac:chgData name="troy.nsofor-W214953722" userId="S::w214953722@student.hccs.edu::a4bcf6b5-258a-4061-a951-7822d8616e66" providerId="AD" clId="Web-{3AC36770-FBF8-F216-3536-572C56CCB368}" dt="2025-11-28T22:40:18.087" v="236" actId="20577"/>
          <ac:spMkLst>
            <pc:docMk/>
            <pc:sldMk cId="3419897734" sldId="265"/>
            <ac:spMk id="3" creationId="{6AA5E620-1358-AC75-449A-646B474582B9}"/>
          </ac:spMkLst>
        </pc:spChg>
      </pc:sldChg>
      <pc:sldChg chg="modSp new">
        <pc:chgData name="troy.nsofor-W214953722" userId="S::w214953722@student.hccs.edu::a4bcf6b5-258a-4061-a951-7822d8616e66" providerId="AD" clId="Web-{3AC36770-FBF8-F216-3536-572C56CCB368}" dt="2025-11-28T22:42:06.978" v="254" actId="20577"/>
        <pc:sldMkLst>
          <pc:docMk/>
          <pc:sldMk cId="66926815" sldId="266"/>
        </pc:sldMkLst>
        <pc:spChg chg="mod">
          <ac:chgData name="troy.nsofor-W214953722" userId="S::w214953722@student.hccs.edu::a4bcf6b5-258a-4061-a951-7822d8616e66" providerId="AD" clId="Web-{3AC36770-FBF8-F216-3536-572C56CCB368}" dt="2025-11-28T21:36:23.767" v="126" actId="20577"/>
          <ac:spMkLst>
            <pc:docMk/>
            <pc:sldMk cId="66926815" sldId="266"/>
            <ac:spMk id="2" creationId="{986C75F1-2E62-6D14-F421-45948769188C}"/>
          </ac:spMkLst>
        </pc:spChg>
        <pc:spChg chg="mod">
          <ac:chgData name="troy.nsofor-W214953722" userId="S::w214953722@student.hccs.edu::a4bcf6b5-258a-4061-a951-7822d8616e66" providerId="AD" clId="Web-{3AC36770-FBF8-F216-3536-572C56CCB368}" dt="2025-11-28T22:42:06.978" v="254" actId="20577"/>
          <ac:spMkLst>
            <pc:docMk/>
            <pc:sldMk cId="66926815" sldId="266"/>
            <ac:spMk id="3" creationId="{7CD88BEB-249D-D11E-8C62-24E030031FD9}"/>
          </ac:spMkLst>
        </pc:spChg>
      </pc:sldChg>
      <pc:sldChg chg="modSp new">
        <pc:chgData name="troy.nsofor-W214953722" userId="S::w214953722@student.hccs.edu::a4bcf6b5-258a-4061-a951-7822d8616e66" providerId="AD" clId="Web-{3AC36770-FBF8-F216-3536-572C56CCB368}" dt="2025-11-28T22:43:36.993" v="299" actId="20577"/>
        <pc:sldMkLst>
          <pc:docMk/>
          <pc:sldMk cId="4233661891" sldId="267"/>
        </pc:sldMkLst>
        <pc:spChg chg="mod">
          <ac:chgData name="troy.nsofor-W214953722" userId="S::w214953722@student.hccs.edu::a4bcf6b5-258a-4061-a951-7822d8616e66" providerId="AD" clId="Web-{3AC36770-FBF8-F216-3536-572C56CCB368}" dt="2025-11-28T22:25:08.488" v="168" actId="20577"/>
          <ac:spMkLst>
            <pc:docMk/>
            <pc:sldMk cId="4233661891" sldId="267"/>
            <ac:spMk id="2" creationId="{F6AA7A59-177D-8B41-3835-1854A360F143}"/>
          </ac:spMkLst>
        </pc:spChg>
        <pc:spChg chg="mod">
          <ac:chgData name="troy.nsofor-W214953722" userId="S::w214953722@student.hccs.edu::a4bcf6b5-258a-4061-a951-7822d8616e66" providerId="AD" clId="Web-{3AC36770-FBF8-F216-3536-572C56CCB368}" dt="2025-11-28T22:43:36.993" v="299" actId="20577"/>
          <ac:spMkLst>
            <pc:docMk/>
            <pc:sldMk cId="4233661891" sldId="267"/>
            <ac:spMk id="3" creationId="{43508FC0-41D1-7A04-FFE0-F585B5C12625}"/>
          </ac:spMkLst>
        </pc:spChg>
      </pc:sldChg>
      <pc:sldChg chg="modSp new">
        <pc:chgData name="troy.nsofor-W214953722" userId="S::w214953722@student.hccs.edu::a4bcf6b5-258a-4061-a951-7822d8616e66" providerId="AD" clId="Web-{3AC36770-FBF8-F216-3536-572C56CCB368}" dt="2025-11-28T23:15:17.040" v="801" actId="14100"/>
        <pc:sldMkLst>
          <pc:docMk/>
          <pc:sldMk cId="1126872052" sldId="268"/>
        </pc:sldMkLst>
        <pc:spChg chg="mod">
          <ac:chgData name="troy.nsofor-W214953722" userId="S::w214953722@student.hccs.edu::a4bcf6b5-258a-4061-a951-7822d8616e66" providerId="AD" clId="Web-{3AC36770-FBF8-F216-3536-572C56CCB368}" dt="2025-11-28T22:56:35.129" v="480" actId="20577"/>
          <ac:spMkLst>
            <pc:docMk/>
            <pc:sldMk cId="1126872052" sldId="268"/>
            <ac:spMk id="2" creationId="{2B01C274-C3B4-56C6-9EC0-CD40F335D8C5}"/>
          </ac:spMkLst>
        </pc:spChg>
        <pc:spChg chg="mod">
          <ac:chgData name="troy.nsofor-W214953722" userId="S::w214953722@student.hccs.edu::a4bcf6b5-258a-4061-a951-7822d8616e66" providerId="AD" clId="Web-{3AC36770-FBF8-F216-3536-572C56CCB368}" dt="2025-11-28T23:15:17.040" v="801" actId="14100"/>
          <ac:spMkLst>
            <pc:docMk/>
            <pc:sldMk cId="1126872052" sldId="268"/>
            <ac:spMk id="3" creationId="{8C301FD8-6E82-DAF9-726F-25722F2373C2}"/>
          </ac:spMkLst>
        </pc:spChg>
      </pc:sldChg>
      <pc:sldChg chg="modSp new">
        <pc:chgData name="troy.nsofor-W214953722" userId="S::w214953722@student.hccs.edu::a4bcf6b5-258a-4061-a951-7822d8616e66" providerId="AD" clId="Web-{3AC36770-FBF8-F216-3536-572C56CCB368}" dt="2025-11-28T23:43:36.443" v="1157" actId="14100"/>
        <pc:sldMkLst>
          <pc:docMk/>
          <pc:sldMk cId="417281659" sldId="269"/>
        </pc:sldMkLst>
        <pc:spChg chg="mod">
          <ac:chgData name="troy.nsofor-W214953722" userId="S::w214953722@student.hccs.edu::a4bcf6b5-258a-4061-a951-7822d8616e66" providerId="AD" clId="Web-{3AC36770-FBF8-F216-3536-572C56CCB368}" dt="2025-11-28T23:17:37.743" v="816" actId="20577"/>
          <ac:spMkLst>
            <pc:docMk/>
            <pc:sldMk cId="417281659" sldId="269"/>
            <ac:spMk id="2" creationId="{0AA86B09-C92B-82CC-9884-BA0D63E4CE64}"/>
          </ac:spMkLst>
        </pc:spChg>
        <pc:spChg chg="mod">
          <ac:chgData name="troy.nsofor-W214953722" userId="S::w214953722@student.hccs.edu::a4bcf6b5-258a-4061-a951-7822d8616e66" providerId="AD" clId="Web-{3AC36770-FBF8-F216-3536-572C56CCB368}" dt="2025-11-28T23:43:36.443" v="1157" actId="14100"/>
          <ac:spMkLst>
            <pc:docMk/>
            <pc:sldMk cId="417281659" sldId="269"/>
            <ac:spMk id="3" creationId="{6A4F2607-7932-B327-78F3-80B087121E63}"/>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11/29/2025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11/29/2025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11/29/2025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11/29/2025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11/29/2025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News Bot Intelligence System 2.0</a:t>
            </a:r>
          </a:p>
        </p:txBody>
      </p:sp>
      <p:sp>
        <p:nvSpPr>
          <p:cNvPr id="3" name="Subtitle 2"/>
          <p:cNvSpPr>
            <a:spLocks noGrp="1"/>
          </p:cNvSpPr>
          <p:nvPr>
            <p:ph type="subTitle" idx="1"/>
          </p:nvPr>
        </p:nvSpPr>
        <p:spPr/>
        <p:txBody>
          <a:bodyPr vert="horz" lIns="91440" tIns="45720" rIns="91440" bIns="45720" rtlCol="0" anchor="t">
            <a:normAutofit/>
          </a:bodyPr>
          <a:lstStyle/>
          <a:p>
            <a:r>
              <a:rPr lang="en-US" dirty="0"/>
              <a:t>Troy Nsofor</a:t>
            </a:r>
          </a:p>
          <a:p>
            <a:r>
              <a:rPr lang="en-US" dirty="0"/>
              <a:t>ITAI-2373</a:t>
            </a:r>
          </a:p>
          <a:p>
            <a:r>
              <a:rPr lang="en-US" dirty="0"/>
              <a:t>11/28/2025</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3F6C8-BDDA-9DBC-C16B-5338FE02C317}"/>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F0C6C08C-CF6B-566E-EE6A-784326A1A964}"/>
              </a:ext>
            </a:extLst>
          </p:cNvPr>
          <p:cNvSpPr>
            <a:spLocks noGrp="1"/>
          </p:cNvSpPr>
          <p:nvPr>
            <p:ph idx="1"/>
          </p:nvPr>
        </p:nvSpPr>
        <p:spPr/>
        <p:txBody>
          <a:bodyPr vert="horz" lIns="91440" tIns="45720" rIns="91440" bIns="45720" rtlCol="0" anchor="t">
            <a:normAutofit/>
          </a:bodyPr>
          <a:lstStyle/>
          <a:p>
            <a:pPr marL="0" indent="0">
              <a:buNone/>
            </a:pPr>
            <a:r>
              <a:rPr lang="en-US" dirty="0"/>
              <a:t>Problem Overview</a:t>
            </a:r>
          </a:p>
          <a:p>
            <a:pPr marL="0" indent="0">
              <a:buNone/>
            </a:pPr>
            <a:r>
              <a:rPr lang="en-US" dirty="0"/>
              <a:t>Dataset &amp; Preprocessing</a:t>
            </a:r>
          </a:p>
          <a:p>
            <a:pPr marL="0" indent="0">
              <a:buNone/>
            </a:pPr>
            <a:r>
              <a:rPr lang="en-US" dirty="0"/>
              <a:t>Model Development</a:t>
            </a:r>
          </a:p>
          <a:p>
            <a:pPr marL="0" indent="0">
              <a:buNone/>
            </a:pPr>
            <a:r>
              <a:rPr lang="en-US" dirty="0"/>
              <a:t>System Demo</a:t>
            </a:r>
          </a:p>
          <a:p>
            <a:pPr marL="0" indent="0">
              <a:buNone/>
            </a:pPr>
            <a:r>
              <a:rPr lang="en-US" dirty="0"/>
              <a:t>Technical Deep Dive</a:t>
            </a:r>
          </a:p>
          <a:p>
            <a:pPr marL="0" indent="0">
              <a:buNone/>
            </a:pPr>
            <a:r>
              <a:rPr lang="en-US" dirty="0"/>
              <a:t>Business Impact</a:t>
            </a:r>
          </a:p>
          <a:p>
            <a:pPr marL="0" indent="0">
              <a:buNone/>
            </a:pPr>
            <a:r>
              <a:rPr lang="en-US" dirty="0"/>
              <a:t>Lessons Learned</a:t>
            </a:r>
          </a:p>
          <a:p>
            <a:pPr marL="0" indent="0">
              <a:buNone/>
            </a:pPr>
            <a:r>
              <a:rPr lang="en-US" dirty="0"/>
              <a:t>Q&amp;A</a:t>
            </a:r>
          </a:p>
        </p:txBody>
      </p:sp>
    </p:spTree>
    <p:extLst>
      <p:ext uri="{BB962C8B-B14F-4D97-AF65-F5344CB8AC3E}">
        <p14:creationId xmlns:p14="http://schemas.microsoft.com/office/powerpoint/2010/main" val="33621718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903C1-1E99-0A57-E925-4F6A1D3CD088}"/>
              </a:ext>
            </a:extLst>
          </p:cNvPr>
          <p:cNvSpPr>
            <a:spLocks noGrp="1"/>
          </p:cNvSpPr>
          <p:nvPr>
            <p:ph type="title"/>
          </p:nvPr>
        </p:nvSpPr>
        <p:spPr/>
        <p:txBody>
          <a:bodyPr/>
          <a:lstStyle/>
          <a:p>
            <a:r>
              <a:rPr lang="en-US" dirty="0"/>
              <a:t>Problem Statement</a:t>
            </a:r>
          </a:p>
        </p:txBody>
      </p:sp>
      <p:sp>
        <p:nvSpPr>
          <p:cNvPr id="3" name="Content Placeholder 2">
            <a:extLst>
              <a:ext uri="{FF2B5EF4-FFF2-40B4-BE49-F238E27FC236}">
                <a16:creationId xmlns:a16="http://schemas.microsoft.com/office/drawing/2014/main" id="{25A91206-15FC-93B9-39DA-0CE7D4030C60}"/>
              </a:ext>
            </a:extLst>
          </p:cNvPr>
          <p:cNvSpPr>
            <a:spLocks noGrp="1"/>
          </p:cNvSpPr>
          <p:nvPr>
            <p:ph idx="1"/>
          </p:nvPr>
        </p:nvSpPr>
        <p:spPr/>
        <p:txBody>
          <a:bodyPr vert="horz" lIns="91440" tIns="45720" rIns="91440" bIns="45720" rtlCol="0" anchor="t">
            <a:normAutofit lnSpcReduction="10000"/>
          </a:bodyPr>
          <a:lstStyle/>
          <a:p>
            <a:pPr marL="0" indent="0">
              <a:buNone/>
            </a:pPr>
            <a:r>
              <a:rPr lang="en-US" dirty="0"/>
              <a:t>News consumption is increasing, and people need a quick way to classify and learn articles.</a:t>
            </a:r>
          </a:p>
          <a:p>
            <a:pPr marL="0" indent="0">
              <a:buNone/>
            </a:pPr>
            <a:br>
              <a:rPr lang="en-US" dirty="0"/>
            </a:br>
            <a:r>
              <a:rPr lang="en-US" dirty="0"/>
              <a:t>Goal: Build an automated ML system that examines news text and predicts the right category.</a:t>
            </a:r>
          </a:p>
          <a:p>
            <a:pPr marL="0" indent="0">
              <a:buNone/>
            </a:pPr>
            <a:br>
              <a:rPr lang="en-US" dirty="0"/>
            </a:br>
            <a:r>
              <a:rPr lang="en-US" dirty="0"/>
              <a:t>Why it matters:</a:t>
            </a:r>
          </a:p>
          <a:p>
            <a:r>
              <a:rPr lang="en-US" dirty="0"/>
              <a:t>Saves time when browsing huge amounts of details</a:t>
            </a:r>
          </a:p>
          <a:p>
            <a:r>
              <a:rPr lang="en-US" dirty="0"/>
              <a:t>Supports content moderation</a:t>
            </a:r>
          </a:p>
          <a:p>
            <a:r>
              <a:rPr lang="en-US" dirty="0"/>
              <a:t>Helps people identify related topics rapidly</a:t>
            </a:r>
          </a:p>
          <a:p>
            <a:endParaRPr lang="en-US" dirty="0"/>
          </a:p>
        </p:txBody>
      </p:sp>
    </p:spTree>
    <p:extLst>
      <p:ext uri="{BB962C8B-B14F-4D97-AF65-F5344CB8AC3E}">
        <p14:creationId xmlns:p14="http://schemas.microsoft.com/office/powerpoint/2010/main" val="29909142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B75FD-C9D6-215B-F00B-5DCB44DF54C7}"/>
              </a:ext>
            </a:extLst>
          </p:cNvPr>
          <p:cNvSpPr>
            <a:spLocks noGrp="1"/>
          </p:cNvSpPr>
          <p:nvPr>
            <p:ph type="title"/>
          </p:nvPr>
        </p:nvSpPr>
        <p:spPr/>
        <p:txBody>
          <a:bodyPr/>
          <a:lstStyle/>
          <a:p>
            <a:r>
              <a:rPr lang="en-US" dirty="0"/>
              <a:t>Dataset Description</a:t>
            </a:r>
            <a:br>
              <a:rPr lang="en-US" dirty="0"/>
            </a:br>
            <a:r>
              <a:rPr lang="en-US" dirty="0"/>
              <a:t>Source: Kaggle News Category Dataset</a:t>
            </a:r>
          </a:p>
        </p:txBody>
      </p:sp>
      <p:sp>
        <p:nvSpPr>
          <p:cNvPr id="3" name="Content Placeholder 2">
            <a:extLst>
              <a:ext uri="{FF2B5EF4-FFF2-40B4-BE49-F238E27FC236}">
                <a16:creationId xmlns:a16="http://schemas.microsoft.com/office/drawing/2014/main" id="{9425C308-7EE5-B8A8-1C93-31E8D319E05F}"/>
              </a:ext>
            </a:extLst>
          </p:cNvPr>
          <p:cNvSpPr>
            <a:spLocks noGrp="1"/>
          </p:cNvSpPr>
          <p:nvPr>
            <p:ph idx="1"/>
          </p:nvPr>
        </p:nvSpPr>
        <p:spPr/>
        <p:txBody>
          <a:bodyPr vert="horz" lIns="91440" tIns="45720" rIns="91440" bIns="45720" rtlCol="0" anchor="t">
            <a:normAutofit/>
          </a:bodyPr>
          <a:lstStyle/>
          <a:p>
            <a:r>
              <a:rPr lang="en-US" dirty="0"/>
              <a:t>200k articles (example)</a:t>
            </a:r>
          </a:p>
          <a:p>
            <a:r>
              <a:rPr lang="en-US" dirty="0"/>
              <a:t>Features: headline, description, category</a:t>
            </a:r>
          </a:p>
          <a:p>
            <a:pPr marL="0" indent="0">
              <a:buNone/>
            </a:pPr>
            <a:r>
              <a:rPr lang="en-US" dirty="0"/>
              <a:t>Issues found:</a:t>
            </a:r>
          </a:p>
          <a:p>
            <a:r>
              <a:rPr lang="en-US" dirty="0"/>
              <a:t>Inconsistent formatting</a:t>
            </a:r>
          </a:p>
          <a:p>
            <a:r>
              <a:rPr lang="en-US" dirty="0"/>
              <a:t>Duplicate entries</a:t>
            </a:r>
          </a:p>
          <a:p>
            <a:r>
              <a:rPr lang="en-US" dirty="0"/>
              <a:t>Missing values in descriptions</a:t>
            </a:r>
          </a:p>
          <a:p>
            <a:endParaRPr lang="en-US" dirty="0"/>
          </a:p>
        </p:txBody>
      </p:sp>
    </p:spTree>
    <p:extLst>
      <p:ext uri="{BB962C8B-B14F-4D97-AF65-F5344CB8AC3E}">
        <p14:creationId xmlns:p14="http://schemas.microsoft.com/office/powerpoint/2010/main" val="38120753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EE622-420D-BFD8-BEBF-CCDF6EE2FB4E}"/>
              </a:ext>
            </a:extLst>
          </p:cNvPr>
          <p:cNvSpPr>
            <a:spLocks noGrp="1"/>
          </p:cNvSpPr>
          <p:nvPr>
            <p:ph type="title"/>
          </p:nvPr>
        </p:nvSpPr>
        <p:spPr/>
        <p:txBody>
          <a:bodyPr/>
          <a:lstStyle/>
          <a:p>
            <a:r>
              <a:rPr lang="en-US" dirty="0"/>
              <a:t>Data Preprocessing Steps</a:t>
            </a:r>
          </a:p>
        </p:txBody>
      </p:sp>
      <p:sp>
        <p:nvSpPr>
          <p:cNvPr id="3" name="Content Placeholder 2">
            <a:extLst>
              <a:ext uri="{FF2B5EF4-FFF2-40B4-BE49-F238E27FC236}">
                <a16:creationId xmlns:a16="http://schemas.microsoft.com/office/drawing/2014/main" id="{C92FBDAE-3951-4081-F7F8-CD6C9839D214}"/>
              </a:ext>
            </a:extLst>
          </p:cNvPr>
          <p:cNvSpPr>
            <a:spLocks noGrp="1"/>
          </p:cNvSpPr>
          <p:nvPr>
            <p:ph idx="1"/>
          </p:nvPr>
        </p:nvSpPr>
        <p:spPr/>
        <p:txBody>
          <a:bodyPr vert="horz" lIns="91440" tIns="45720" rIns="91440" bIns="45720" rtlCol="0" anchor="t">
            <a:normAutofit/>
          </a:bodyPr>
          <a:lstStyle/>
          <a:p>
            <a:pPr marL="0" indent="0">
              <a:buNone/>
            </a:pPr>
            <a:r>
              <a:rPr lang="en-US" dirty="0"/>
              <a:t>To verify high-quality predictions the data needs to be:</a:t>
            </a:r>
          </a:p>
          <a:p>
            <a:r>
              <a:rPr lang="en-US" dirty="0"/>
              <a:t>Deleted from duplicates and empty rows</a:t>
            </a:r>
          </a:p>
          <a:p>
            <a:r>
              <a:rPr lang="en-US" dirty="0"/>
              <a:t>Lowercased text</a:t>
            </a:r>
          </a:p>
          <a:p>
            <a:r>
              <a:rPr lang="en-US" dirty="0"/>
              <a:t>Tokenized and lemmatized words</a:t>
            </a:r>
          </a:p>
          <a:p>
            <a:r>
              <a:rPr lang="en-US" dirty="0"/>
              <a:t>Removed from punctuation, extra spaces, and </a:t>
            </a:r>
            <a:r>
              <a:rPr lang="en-US" dirty="0" err="1"/>
              <a:t>stopwords</a:t>
            </a:r>
          </a:p>
          <a:p>
            <a:r>
              <a:rPr lang="en-US" dirty="0"/>
              <a:t>Clean so that dataset can greatly improve model performance</a:t>
            </a:r>
          </a:p>
          <a:p>
            <a:endParaRPr lang="en-US" dirty="0"/>
          </a:p>
        </p:txBody>
      </p:sp>
    </p:spTree>
    <p:extLst>
      <p:ext uri="{BB962C8B-B14F-4D97-AF65-F5344CB8AC3E}">
        <p14:creationId xmlns:p14="http://schemas.microsoft.com/office/powerpoint/2010/main" val="3138257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19FE2-23A7-0002-8B56-29BFD2546638}"/>
              </a:ext>
            </a:extLst>
          </p:cNvPr>
          <p:cNvSpPr>
            <a:spLocks noGrp="1"/>
          </p:cNvSpPr>
          <p:nvPr>
            <p:ph type="title"/>
          </p:nvPr>
        </p:nvSpPr>
        <p:spPr/>
        <p:txBody>
          <a:bodyPr/>
          <a:lstStyle/>
          <a:p>
            <a:r>
              <a:rPr lang="en-US" dirty="0"/>
              <a:t> Feature Engineering / NLP Methods Part 1</a:t>
            </a:r>
          </a:p>
        </p:txBody>
      </p:sp>
      <p:sp>
        <p:nvSpPr>
          <p:cNvPr id="3" name="Content Placeholder 2">
            <a:extLst>
              <a:ext uri="{FF2B5EF4-FFF2-40B4-BE49-F238E27FC236}">
                <a16:creationId xmlns:a16="http://schemas.microsoft.com/office/drawing/2014/main" id="{6AA5E620-1358-AC75-449A-646B474582B9}"/>
              </a:ext>
            </a:extLst>
          </p:cNvPr>
          <p:cNvSpPr>
            <a:spLocks noGrp="1"/>
          </p:cNvSpPr>
          <p:nvPr>
            <p:ph idx="1"/>
          </p:nvPr>
        </p:nvSpPr>
        <p:spPr>
          <a:xfrm>
            <a:off x="838200" y="1774825"/>
            <a:ext cx="10515600" cy="5037138"/>
          </a:xfrm>
        </p:spPr>
        <p:txBody>
          <a:bodyPr vert="horz" lIns="91440" tIns="45720" rIns="91440" bIns="45720" rtlCol="0" anchor="t">
            <a:normAutofit fontScale="85000" lnSpcReduction="20000"/>
          </a:bodyPr>
          <a:lstStyle/>
          <a:p>
            <a:pPr marL="0" indent="0">
              <a:buNone/>
            </a:pPr>
            <a:r>
              <a:rPr lang="en-US" dirty="0"/>
              <a:t>I used word embeddings (Word2Vec, </a:t>
            </a:r>
            <a:r>
              <a:rPr lang="en-US" err="1"/>
              <a:t>GloVe</a:t>
            </a:r>
            <a:r>
              <a:rPr lang="en-US" dirty="0"/>
              <a:t>, </a:t>
            </a:r>
            <a:r>
              <a:rPr lang="en-US" err="1"/>
              <a:t>FastText</a:t>
            </a:r>
            <a:r>
              <a:rPr lang="en-US" dirty="0"/>
              <a:t>, or other word embeddings)</a:t>
            </a:r>
          </a:p>
          <a:p>
            <a:pPr marL="0" indent="0">
              <a:buNone/>
            </a:pPr>
            <a:endParaRPr lang="en-US" dirty="0"/>
          </a:p>
          <a:p>
            <a:pPr marL="0" indent="0">
              <a:buNone/>
            </a:pPr>
            <a:r>
              <a:rPr lang="en-US" dirty="0"/>
              <a:t>Example (</a:t>
            </a:r>
            <a:r>
              <a:rPr lang="en-US" dirty="0" err="1"/>
              <a:t>Gensim</a:t>
            </a:r>
            <a:r>
              <a:rPr lang="en-US" dirty="0"/>
              <a:t> Word2Vec):</a:t>
            </a:r>
          </a:p>
          <a:p>
            <a:pPr marL="0" indent="0">
              <a:buNone/>
            </a:pPr>
            <a:endParaRPr lang="en-US" dirty="0"/>
          </a:p>
          <a:p>
            <a:pPr marL="0" indent="0">
              <a:buNone/>
            </a:pPr>
            <a:r>
              <a:rPr lang="en-US" dirty="0"/>
              <a:t>from gensim.models import Word2Vec
model = Word2Vec(sentences, </a:t>
            </a:r>
            <a:r>
              <a:rPr lang="en-US" dirty="0" err="1"/>
              <a:t>vector_size</a:t>
            </a:r>
            <a:r>
              <a:rPr lang="en-US" dirty="0"/>
              <a:t>=100)
</a:t>
            </a:r>
            <a:r>
              <a:rPr lang="en-US" dirty="0" err="1"/>
              <a:t>word_vector</a:t>
            </a:r>
            <a:r>
              <a:rPr lang="en-US" dirty="0"/>
              <a:t> = </a:t>
            </a:r>
            <a:r>
              <a:rPr lang="en-US" dirty="0" err="1"/>
              <a:t>model.wv</a:t>
            </a:r>
            <a:r>
              <a:rPr lang="en-US" dirty="0"/>
              <a:t>["news"]</a:t>
            </a:r>
          </a:p>
          <a:p>
            <a:pPr marL="0" indent="0">
              <a:buNone/>
            </a:pPr>
            <a:endParaRPr lang="en-US" dirty="0"/>
          </a:p>
          <a:p>
            <a:pPr marL="0" indent="0">
              <a:buNone/>
            </a:pPr>
            <a:r>
              <a:rPr lang="en-US" dirty="0"/>
              <a:t>Reasons why I chose these text representation methods were because, they capture semantic meaning and they have words with the same definition.
</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34198977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6C75F1-2E62-6D14-F421-45948769188C}"/>
              </a:ext>
            </a:extLst>
          </p:cNvPr>
          <p:cNvSpPr>
            <a:spLocks noGrp="1"/>
          </p:cNvSpPr>
          <p:nvPr>
            <p:ph type="title"/>
          </p:nvPr>
        </p:nvSpPr>
        <p:spPr/>
        <p:txBody>
          <a:bodyPr/>
          <a:lstStyle/>
          <a:p>
            <a:r>
              <a:rPr lang="en-US" dirty="0"/>
              <a:t>Feature Engineering / NLP Methods Part 2</a:t>
            </a:r>
          </a:p>
        </p:txBody>
      </p:sp>
      <p:sp>
        <p:nvSpPr>
          <p:cNvPr id="3" name="Content Placeholder 2">
            <a:extLst>
              <a:ext uri="{FF2B5EF4-FFF2-40B4-BE49-F238E27FC236}">
                <a16:creationId xmlns:a16="http://schemas.microsoft.com/office/drawing/2014/main" id="{7CD88BEB-249D-D11E-8C62-24E030031FD9}"/>
              </a:ext>
            </a:extLst>
          </p:cNvPr>
          <p:cNvSpPr>
            <a:spLocks noGrp="1"/>
          </p:cNvSpPr>
          <p:nvPr>
            <p:ph idx="1"/>
          </p:nvPr>
        </p:nvSpPr>
        <p:spPr/>
        <p:txBody>
          <a:bodyPr vert="horz" lIns="91440" tIns="45720" rIns="91440" bIns="45720" rtlCol="0" anchor="t">
            <a:normAutofit/>
          </a:bodyPr>
          <a:lstStyle/>
          <a:p>
            <a:pPr marL="0" indent="0">
              <a:buNone/>
            </a:pPr>
            <a:r>
              <a:rPr lang="en-US" dirty="0"/>
              <a:t>I also used sentence embeddings (Sentence Transformers).</a:t>
            </a:r>
            <a:endParaRPr lang="en-US"/>
          </a:p>
          <a:p>
            <a:pPr marL="0" indent="0">
              <a:buNone/>
            </a:pPr>
            <a:endParaRPr lang="en-US" dirty="0"/>
          </a:p>
          <a:p>
            <a:pPr marL="0" indent="0">
              <a:buNone/>
            </a:pPr>
            <a:r>
              <a:rPr lang="en-US" dirty="0"/>
              <a:t>from </a:t>
            </a:r>
            <a:r>
              <a:rPr lang="en-US" dirty="0" err="1"/>
              <a:t>sentence_transformers</a:t>
            </a:r>
            <a:r>
              <a:rPr lang="en-US" dirty="0"/>
              <a:t> import </a:t>
            </a:r>
            <a:r>
              <a:rPr lang="en-US" dirty="0" err="1"/>
              <a:t>SentenceTransformer</a:t>
            </a:r>
            <a:r>
              <a:rPr lang="en-US" dirty="0"/>
              <a:t> </a:t>
            </a:r>
          </a:p>
          <a:p>
            <a:pPr marL="0" indent="0">
              <a:buNone/>
            </a:pPr>
            <a:r>
              <a:rPr lang="en-US" dirty="0"/>
              <a:t>model = </a:t>
            </a:r>
            <a:r>
              <a:rPr lang="en-US" dirty="0" err="1"/>
              <a:t>SentenceTransformer</a:t>
            </a:r>
            <a:r>
              <a:rPr lang="en-US" dirty="0"/>
              <a:t>("all-MiniLM-L6-v2") embeddings = </a:t>
            </a:r>
            <a:r>
              <a:rPr lang="en-US" dirty="0" err="1"/>
              <a:t>model.encode</a:t>
            </a:r>
            <a:r>
              <a:rPr lang="en-US" dirty="0"/>
              <a:t>(</a:t>
            </a:r>
            <a:r>
              <a:rPr lang="en-US" dirty="0" err="1"/>
              <a:t>text_data</a:t>
            </a:r>
            <a:r>
              <a:rPr lang="en-US" dirty="0"/>
              <a:t>) </a:t>
            </a:r>
          </a:p>
          <a:p>
            <a:pPr marL="0" indent="0">
              <a:buNone/>
            </a:pPr>
            <a:endParaRPr lang="en-US" dirty="0"/>
          </a:p>
          <a:p>
            <a:pPr marL="0" indent="0">
              <a:buNone/>
            </a:pPr>
            <a:r>
              <a:rPr lang="en-US" dirty="0"/>
              <a:t>The reasons why I chose these text representation methods were because they're good for semantic search, good for clustering, and they're used for intent recognition.</a:t>
            </a:r>
          </a:p>
        </p:txBody>
      </p:sp>
    </p:spTree>
    <p:extLst>
      <p:ext uri="{BB962C8B-B14F-4D97-AF65-F5344CB8AC3E}">
        <p14:creationId xmlns:p14="http://schemas.microsoft.com/office/powerpoint/2010/main" val="669268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A7A59-177D-8B41-3835-1854A360F143}"/>
              </a:ext>
            </a:extLst>
          </p:cNvPr>
          <p:cNvSpPr>
            <a:spLocks noGrp="1"/>
          </p:cNvSpPr>
          <p:nvPr>
            <p:ph type="title"/>
          </p:nvPr>
        </p:nvSpPr>
        <p:spPr/>
        <p:txBody>
          <a:bodyPr/>
          <a:lstStyle/>
          <a:p>
            <a:r>
              <a:rPr lang="en-US" dirty="0"/>
              <a:t>Feature Engineering / NLP Methods Part 3</a:t>
            </a:r>
          </a:p>
        </p:txBody>
      </p:sp>
      <p:sp>
        <p:nvSpPr>
          <p:cNvPr id="3" name="Content Placeholder 2">
            <a:extLst>
              <a:ext uri="{FF2B5EF4-FFF2-40B4-BE49-F238E27FC236}">
                <a16:creationId xmlns:a16="http://schemas.microsoft.com/office/drawing/2014/main" id="{43508FC0-41D1-7A04-FFE0-F585B5C12625}"/>
              </a:ext>
            </a:extLst>
          </p:cNvPr>
          <p:cNvSpPr>
            <a:spLocks noGrp="1"/>
          </p:cNvSpPr>
          <p:nvPr>
            <p:ph idx="1"/>
          </p:nvPr>
        </p:nvSpPr>
        <p:spPr/>
        <p:txBody>
          <a:bodyPr vert="horz" lIns="91440" tIns="45720" rIns="91440" bIns="45720" rtlCol="0" anchor="t">
            <a:normAutofit/>
          </a:bodyPr>
          <a:lstStyle/>
          <a:p>
            <a:pPr marL="0" indent="0">
              <a:buNone/>
            </a:pPr>
            <a:r>
              <a:rPr lang="en-US" dirty="0"/>
              <a:t>I must've used LDA Topic Distributions (Topic Modeling Representation)</a:t>
            </a:r>
          </a:p>
          <a:p>
            <a:pPr marL="0" indent="0">
              <a:buNone/>
            </a:pPr>
            <a:endParaRPr lang="en-US" dirty="0"/>
          </a:p>
          <a:p>
            <a:pPr marL="0" indent="0">
              <a:buNone/>
            </a:pPr>
            <a:r>
              <a:rPr lang="en-US" dirty="0"/>
              <a:t>I used this code:</a:t>
            </a:r>
          </a:p>
          <a:p>
            <a:pPr marL="0" indent="0">
              <a:buNone/>
            </a:pPr>
            <a:r>
              <a:rPr lang="en-US" dirty="0"/>
              <a:t>from </a:t>
            </a:r>
            <a:r>
              <a:rPr lang="en-US" dirty="0" err="1"/>
              <a:t>gensim.models</a:t>
            </a:r>
            <a:r>
              <a:rPr lang="en-US" dirty="0"/>
              <a:t> import </a:t>
            </a:r>
            <a:r>
              <a:rPr lang="en-US" dirty="0" err="1"/>
              <a:t>LdaModel</a:t>
            </a:r>
            <a:r>
              <a:rPr lang="en-US" dirty="0"/>
              <a:t> topics = </a:t>
            </a:r>
            <a:r>
              <a:rPr lang="en-US" dirty="0" err="1"/>
              <a:t>lda_model.get_document_topics</a:t>
            </a:r>
            <a:r>
              <a:rPr lang="en-US" dirty="0"/>
              <a:t>(</a:t>
            </a:r>
            <a:r>
              <a:rPr lang="en-US" dirty="0" err="1"/>
              <a:t>bow_corpus</a:t>
            </a:r>
            <a:r>
              <a:rPr lang="en-US" dirty="0"/>
              <a:t>) </a:t>
            </a:r>
          </a:p>
          <a:p>
            <a:pPr marL="0" indent="0">
              <a:buNone/>
            </a:pPr>
            <a:endParaRPr lang="en-US" dirty="0"/>
          </a:p>
          <a:p>
            <a:pPr marL="0" indent="0">
              <a:buNone/>
            </a:pPr>
            <a:r>
              <a:rPr lang="en-US" dirty="0"/>
              <a:t>Why did I choose this text representation method?; It's useful for topic modeling and it shows how much each topic contributes.</a:t>
            </a:r>
          </a:p>
        </p:txBody>
      </p:sp>
    </p:spTree>
    <p:extLst>
      <p:ext uri="{BB962C8B-B14F-4D97-AF65-F5344CB8AC3E}">
        <p14:creationId xmlns:p14="http://schemas.microsoft.com/office/powerpoint/2010/main" val="42336618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B7D4F-178D-B7F6-C203-457777652DEE}"/>
              </a:ext>
            </a:extLst>
          </p:cNvPr>
          <p:cNvSpPr>
            <a:spLocks noGrp="1"/>
          </p:cNvSpPr>
          <p:nvPr>
            <p:ph type="title"/>
          </p:nvPr>
        </p:nvSpPr>
        <p:spPr/>
        <p:txBody>
          <a:bodyPr/>
          <a:lstStyle/>
          <a:p>
            <a:r>
              <a:rPr lang="en-US" dirty="0"/>
              <a:t>Model Selection Part 1</a:t>
            </a:r>
          </a:p>
        </p:txBody>
      </p:sp>
      <p:sp>
        <p:nvSpPr>
          <p:cNvPr id="3" name="Content Placeholder 2">
            <a:extLst>
              <a:ext uri="{FF2B5EF4-FFF2-40B4-BE49-F238E27FC236}">
                <a16:creationId xmlns:a16="http://schemas.microsoft.com/office/drawing/2014/main" id="{21FBFB0C-8FDC-5976-497B-99E41A1A496E}"/>
              </a:ext>
            </a:extLst>
          </p:cNvPr>
          <p:cNvSpPr>
            <a:spLocks noGrp="1"/>
          </p:cNvSpPr>
          <p:nvPr>
            <p:ph idx="1"/>
          </p:nvPr>
        </p:nvSpPr>
        <p:spPr>
          <a:xfrm>
            <a:off x="838200" y="1808691"/>
            <a:ext cx="10515600" cy="4526316"/>
          </a:xfrm>
        </p:spPr>
        <p:txBody>
          <a:bodyPr vert="horz" lIns="91440" tIns="45720" rIns="91440" bIns="45720" rtlCol="0" anchor="t">
            <a:noAutofit/>
          </a:bodyPr>
          <a:lstStyle/>
          <a:p>
            <a:pPr marL="0" indent="0">
              <a:buNone/>
            </a:pPr>
            <a:r>
              <a:rPr lang="en-US" sz="2000" dirty="0"/>
              <a:t>I used Sentence Embedding Models (Sentence Transformers)</a:t>
            </a:r>
          </a:p>
          <a:p>
            <a:pPr marL="0" indent="0">
              <a:buNone/>
            </a:pPr>
            <a:r>
              <a:rPr lang="en-US" sz="2000" dirty="0"/>
              <a:t>I used all-MiniLM-L6-v2, multi-qa-MiniLM-L6-cos-v1, all-mpnet-base-v2, paraphrase-MiniLM-L12-v2 or some other sentence embedding models.</a:t>
            </a:r>
          </a:p>
          <a:p>
            <a:pPr marL="0" indent="0">
              <a:buNone/>
            </a:pPr>
            <a:r>
              <a:rPr lang="en-US" sz="2000" dirty="0"/>
              <a:t>Here's the code I used:</a:t>
            </a:r>
          </a:p>
          <a:p>
            <a:pPr marL="0" indent="0">
              <a:buNone/>
            </a:pPr>
            <a:r>
              <a:rPr lang="en-US" sz="2000" dirty="0"/>
              <a:t>from </a:t>
            </a:r>
            <a:r>
              <a:rPr lang="en-US" sz="2000" err="1"/>
              <a:t>sentence_transformers</a:t>
            </a:r>
            <a:r>
              <a:rPr lang="en-US" sz="2000" dirty="0"/>
              <a:t> import </a:t>
            </a:r>
            <a:r>
              <a:rPr lang="en-US" sz="2000" err="1"/>
              <a:t>SentenceTransformer</a:t>
            </a:r>
            <a:r>
              <a:rPr lang="en-US" sz="2000" dirty="0"/>
              <a:t> model = </a:t>
            </a:r>
            <a:r>
              <a:rPr lang="en-US" sz="2000" err="1"/>
              <a:t>SentenceTransformer</a:t>
            </a:r>
            <a:r>
              <a:rPr lang="en-US" sz="2000" dirty="0"/>
              <a:t>("all-MiniLM-L6-v2") </a:t>
            </a:r>
          </a:p>
          <a:p>
            <a:pPr marL="0" indent="0">
              <a:buNone/>
            </a:pPr>
            <a:endParaRPr lang="en-US" sz="2000" dirty="0"/>
          </a:p>
          <a:p>
            <a:pPr marL="0" indent="0">
              <a:lnSpc>
                <a:spcPct val="100000"/>
              </a:lnSpc>
              <a:buNone/>
            </a:pPr>
            <a:r>
              <a:rPr lang="en-US" sz="2000" dirty="0"/>
              <a:t>The reasons why I choose these models are that they capture deep semantic meaning. They're great for similarity &amp; clustering. They have language-agnostic parts, and they are lightweight and fast. They enable a lot of NLP tasks. They have better performance with small data. Lastly, they're strong in the real-world application.</a:t>
            </a:r>
          </a:p>
          <a:p>
            <a:pPr marL="0" indent="0">
              <a:buNone/>
            </a:pPr>
            <a:endParaRPr lang="en-US" dirty="0"/>
          </a:p>
        </p:txBody>
      </p:sp>
    </p:spTree>
    <p:extLst>
      <p:ext uri="{BB962C8B-B14F-4D97-AF65-F5344CB8AC3E}">
        <p14:creationId xmlns:p14="http://schemas.microsoft.com/office/powerpoint/2010/main" val="615109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1C274-C3B4-56C6-9EC0-CD40F335D8C5}"/>
              </a:ext>
            </a:extLst>
          </p:cNvPr>
          <p:cNvSpPr>
            <a:spLocks noGrp="1"/>
          </p:cNvSpPr>
          <p:nvPr>
            <p:ph type="title"/>
          </p:nvPr>
        </p:nvSpPr>
        <p:spPr/>
        <p:txBody>
          <a:bodyPr/>
          <a:lstStyle/>
          <a:p>
            <a:r>
              <a:rPr lang="en-US" dirty="0"/>
              <a:t>Model Selection Part 2</a:t>
            </a:r>
          </a:p>
        </p:txBody>
      </p:sp>
      <p:sp>
        <p:nvSpPr>
          <p:cNvPr id="3" name="Content Placeholder 2">
            <a:extLst>
              <a:ext uri="{FF2B5EF4-FFF2-40B4-BE49-F238E27FC236}">
                <a16:creationId xmlns:a16="http://schemas.microsoft.com/office/drawing/2014/main" id="{8C301FD8-6E82-DAF9-726F-25722F2373C2}"/>
              </a:ext>
            </a:extLst>
          </p:cNvPr>
          <p:cNvSpPr>
            <a:spLocks noGrp="1"/>
          </p:cNvSpPr>
          <p:nvPr>
            <p:ph idx="1"/>
          </p:nvPr>
        </p:nvSpPr>
        <p:spPr>
          <a:xfrm>
            <a:off x="838200" y="1825625"/>
            <a:ext cx="10515600" cy="4848294"/>
          </a:xfrm>
        </p:spPr>
        <p:txBody>
          <a:bodyPr vert="horz" lIns="91440" tIns="45720" rIns="91440" bIns="45720" rtlCol="0" anchor="t">
            <a:normAutofit fontScale="77500" lnSpcReduction="20000"/>
          </a:bodyPr>
          <a:lstStyle/>
          <a:p>
            <a:pPr marL="0" indent="0">
              <a:buNone/>
            </a:pPr>
            <a:r>
              <a:rPr lang="en-US" dirty="0"/>
              <a:t>I used NLP Models (Transformers / </a:t>
            </a:r>
            <a:r>
              <a:rPr lang="en-US" dirty="0" err="1"/>
              <a:t>HuggingFace</a:t>
            </a:r>
            <a:r>
              <a:rPr lang="en-US" dirty="0"/>
              <a:t>)</a:t>
            </a:r>
          </a:p>
          <a:p>
            <a:pPr marL="0" indent="0">
              <a:buNone/>
            </a:pPr>
            <a:r>
              <a:rPr lang="en-US" dirty="0"/>
              <a:t>I must've used Bert, </a:t>
            </a:r>
            <a:r>
              <a:rPr lang="en-US" err="1">
                <a:ea typeface="+mn-lt"/>
                <a:cs typeface="+mn-lt"/>
              </a:rPr>
              <a:t>RoBERTa</a:t>
            </a:r>
            <a:r>
              <a:rPr lang="en-US" dirty="0">
                <a:ea typeface="+mn-lt"/>
                <a:cs typeface="+mn-lt"/>
              </a:rPr>
              <a:t>, </a:t>
            </a:r>
            <a:r>
              <a:rPr lang="en-US" err="1">
                <a:ea typeface="+mn-lt"/>
                <a:cs typeface="+mn-lt"/>
              </a:rPr>
              <a:t>DistilBERT</a:t>
            </a:r>
            <a:r>
              <a:rPr lang="en-US" dirty="0">
                <a:ea typeface="+mn-lt"/>
                <a:cs typeface="+mn-lt"/>
              </a:rPr>
              <a:t>, GPT-2, BART, T5, or </a:t>
            </a:r>
            <a:r>
              <a:rPr lang="en-US" err="1">
                <a:ea typeface="+mn-lt"/>
                <a:cs typeface="+mn-lt"/>
              </a:rPr>
              <a:t>XLNet</a:t>
            </a:r>
            <a:r>
              <a:rPr lang="en-US" dirty="0">
                <a:ea typeface="+mn-lt"/>
                <a:cs typeface="+mn-lt"/>
              </a:rPr>
              <a:t> for this project.</a:t>
            </a:r>
            <a:endParaRPr lang="en-US" dirty="0"/>
          </a:p>
          <a:p>
            <a:pPr marL="0" indent="0">
              <a:buNone/>
            </a:pPr>
            <a:r>
              <a:rPr lang="en-US" dirty="0"/>
              <a:t>Here's the code I used:</a:t>
            </a:r>
          </a:p>
          <a:p>
            <a:pPr marL="0" indent="0">
              <a:buNone/>
            </a:pPr>
            <a:r>
              <a:rPr lang="en-US" dirty="0"/>
              <a:t>from transformers import pipeline summarizer = pipeline("summarization", model="</a:t>
            </a:r>
            <a:r>
              <a:rPr lang="en-US" err="1"/>
              <a:t>facebook</a:t>
            </a:r>
            <a:r>
              <a:rPr lang="en-US" dirty="0"/>
              <a:t>/</a:t>
            </a:r>
            <a:r>
              <a:rPr lang="en-US" err="1"/>
              <a:t>bart</a:t>
            </a:r>
            <a:r>
              <a:rPr lang="en-US" dirty="0"/>
              <a:t>-large-</a:t>
            </a:r>
            <a:r>
              <a:rPr lang="en-US" err="1"/>
              <a:t>cnn</a:t>
            </a:r>
            <a:r>
              <a:rPr lang="en-US" dirty="0"/>
              <a:t>") </a:t>
            </a:r>
          </a:p>
          <a:p>
            <a:pPr marL="0" indent="0">
              <a:buNone/>
            </a:pPr>
            <a:endParaRPr lang="en-US" dirty="0"/>
          </a:p>
          <a:p>
            <a:pPr marL="0" indent="0">
              <a:lnSpc>
                <a:spcPct val="120000"/>
              </a:lnSpc>
              <a:buNone/>
            </a:pPr>
            <a:r>
              <a:rPr lang="en-US" dirty="0"/>
              <a:t>Reasons for why I used the NLP Models are because they have state of the art accuracy. They understand long range context. They're pretrained models which means they need less training. Their versatile pipelines are simple to use. The transformers for them are modular. They're highly scalable. They're fine-tuning optional but strong. They have strong community &amp; documentation. They're better at dealing with natural, and conversational language. They're ideal for the real-world applications.</a:t>
            </a:r>
          </a:p>
          <a:p>
            <a:pPr marL="0" indent="0">
              <a:buNone/>
            </a:pPr>
            <a:endParaRPr lang="en-US" dirty="0"/>
          </a:p>
        </p:txBody>
      </p:sp>
    </p:spTree>
    <p:extLst>
      <p:ext uri="{BB962C8B-B14F-4D97-AF65-F5344CB8AC3E}">
        <p14:creationId xmlns:p14="http://schemas.microsoft.com/office/powerpoint/2010/main" val="11268720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A86B09-C92B-82CC-9884-BA0D63E4CE64}"/>
              </a:ext>
            </a:extLst>
          </p:cNvPr>
          <p:cNvSpPr>
            <a:spLocks noGrp="1"/>
          </p:cNvSpPr>
          <p:nvPr>
            <p:ph type="title"/>
          </p:nvPr>
        </p:nvSpPr>
        <p:spPr/>
        <p:txBody>
          <a:bodyPr/>
          <a:lstStyle/>
          <a:p>
            <a:r>
              <a:rPr lang="en-US" dirty="0"/>
              <a:t>Model Selection Part 3</a:t>
            </a:r>
          </a:p>
        </p:txBody>
      </p:sp>
      <p:sp>
        <p:nvSpPr>
          <p:cNvPr id="3" name="Content Placeholder 2">
            <a:extLst>
              <a:ext uri="{FF2B5EF4-FFF2-40B4-BE49-F238E27FC236}">
                <a16:creationId xmlns:a16="http://schemas.microsoft.com/office/drawing/2014/main" id="{6A4F2607-7932-B327-78F3-80B087121E63}"/>
              </a:ext>
            </a:extLst>
          </p:cNvPr>
          <p:cNvSpPr>
            <a:spLocks noGrp="1"/>
          </p:cNvSpPr>
          <p:nvPr>
            <p:ph idx="1"/>
          </p:nvPr>
        </p:nvSpPr>
        <p:spPr>
          <a:xfrm>
            <a:off x="407505" y="1825625"/>
            <a:ext cx="10946295" cy="5005663"/>
          </a:xfrm>
        </p:spPr>
        <p:txBody>
          <a:bodyPr vert="horz" lIns="91440" tIns="45720" rIns="91440" bIns="45720" rtlCol="0" anchor="t">
            <a:normAutofit fontScale="77500" lnSpcReduction="20000"/>
          </a:bodyPr>
          <a:lstStyle/>
          <a:p>
            <a:pPr marL="0" indent="0">
              <a:buNone/>
            </a:pPr>
            <a:r>
              <a:rPr lang="en-US" dirty="0"/>
              <a:t>I used one of the clustering models. The model I used is K-Means.</a:t>
            </a:r>
          </a:p>
          <a:p>
            <a:pPr marL="0" indent="0">
              <a:buNone/>
            </a:pPr>
            <a:endParaRPr lang="en-US" dirty="0"/>
          </a:p>
          <a:p>
            <a:pPr marL="0" indent="0">
              <a:buNone/>
            </a:pPr>
            <a:r>
              <a:rPr lang="en-US" dirty="0"/>
              <a:t>This is the code: </a:t>
            </a:r>
          </a:p>
          <a:p>
            <a:pPr marL="0" indent="0">
              <a:buNone/>
            </a:pPr>
            <a:r>
              <a:rPr lang="en-US" dirty="0"/>
              <a:t>from </a:t>
            </a:r>
            <a:r>
              <a:rPr lang="en-US" err="1"/>
              <a:t>sklearn.cluster</a:t>
            </a:r>
            <a:r>
              <a:rPr lang="en-US" dirty="0"/>
              <a:t> import </a:t>
            </a:r>
            <a:r>
              <a:rPr lang="en-US" err="1"/>
              <a:t>KMeans</a:t>
            </a:r>
            <a:r>
              <a:rPr lang="en-US" dirty="0"/>
              <a:t> </a:t>
            </a:r>
            <a:r>
              <a:rPr lang="en-US" err="1"/>
              <a:t>kmeans</a:t>
            </a:r>
            <a:r>
              <a:rPr lang="en-US" dirty="0"/>
              <a:t> = </a:t>
            </a:r>
            <a:r>
              <a:rPr lang="en-US" err="1"/>
              <a:t>KMeans</a:t>
            </a:r>
            <a:r>
              <a:rPr lang="en-US" dirty="0"/>
              <a:t>(</a:t>
            </a:r>
            <a:r>
              <a:rPr lang="en-US" err="1"/>
              <a:t>n_clusters</a:t>
            </a:r>
            <a:r>
              <a:rPr lang="en-US" dirty="0"/>
              <a:t>=5) </a:t>
            </a:r>
            <a:r>
              <a:rPr lang="en-US" err="1"/>
              <a:t>kmeans.fit</a:t>
            </a:r>
            <a:r>
              <a:rPr lang="en-US" dirty="0"/>
              <a:t>(embeddings) </a:t>
            </a:r>
          </a:p>
          <a:p>
            <a:pPr marL="0" indent="0">
              <a:buNone/>
            </a:pPr>
            <a:endParaRPr lang="en-US" dirty="0"/>
          </a:p>
          <a:p>
            <a:pPr marL="0" indent="0">
              <a:lnSpc>
                <a:spcPct val="160000"/>
              </a:lnSpc>
              <a:buNone/>
            </a:pPr>
            <a:r>
              <a:rPr lang="en-US" dirty="0"/>
              <a:t>The reasons why I used that clustering model are because, it has no labeled data needed. It automatically discovers hidden patterns. It's excellent for grouping similar content. It helps decrease dimensionality. It's good for trend detection. It improves suggestions and it's useful for anomaly and outlier detection. It functions correctly with embeddings. It has scalable huge datasets. Lastly, it's useful for exploratory data analysis.</a:t>
            </a:r>
          </a:p>
        </p:txBody>
      </p:sp>
    </p:spTree>
    <p:extLst>
      <p:ext uri="{BB962C8B-B14F-4D97-AF65-F5344CB8AC3E}">
        <p14:creationId xmlns:p14="http://schemas.microsoft.com/office/powerpoint/2010/main" val="4172816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A2166-E07B-6087-3A33-35EDF7F42152}"/>
              </a:ext>
            </a:extLst>
          </p:cNvPr>
          <p:cNvSpPr>
            <a:spLocks noGrp="1"/>
          </p:cNvSpPr>
          <p:nvPr>
            <p:ph type="title"/>
          </p:nvPr>
        </p:nvSpPr>
        <p:spPr/>
        <p:txBody>
          <a:bodyPr/>
          <a:lstStyle/>
          <a:p>
            <a:r>
              <a:rPr lang="en-US" dirty="0"/>
              <a:t>System Architecture</a:t>
            </a:r>
          </a:p>
        </p:txBody>
      </p:sp>
      <p:sp>
        <p:nvSpPr>
          <p:cNvPr id="3" name="Content Placeholder 2">
            <a:extLst>
              <a:ext uri="{FF2B5EF4-FFF2-40B4-BE49-F238E27FC236}">
                <a16:creationId xmlns:a16="http://schemas.microsoft.com/office/drawing/2014/main" id="{E22C6444-11D7-3283-77D9-DFE6F5ED9763}"/>
              </a:ext>
            </a:extLst>
          </p:cNvPr>
          <p:cNvSpPr>
            <a:spLocks noGrp="1"/>
          </p:cNvSpPr>
          <p:nvPr>
            <p:ph idx="1"/>
          </p:nvPr>
        </p:nvSpPr>
        <p:spPr/>
        <p:txBody>
          <a:bodyPr vert="horz" lIns="91440" tIns="45720" rIns="91440" bIns="45720" rtlCol="0" anchor="t">
            <a:normAutofit fontScale="92500" lnSpcReduction="10000"/>
          </a:bodyPr>
          <a:lstStyle/>
          <a:p>
            <a:pPr marL="0" indent="0">
              <a:buNone/>
            </a:pPr>
            <a:r>
              <a:rPr lang="en-US" dirty="0"/>
              <a:t>Features:</a:t>
            </a:r>
          </a:p>
          <a:p>
            <a:pPr marL="0" indent="0">
              <a:buNone/>
            </a:pPr>
            <a:r>
              <a:rPr lang="en-US" dirty="0"/>
              <a:t>User provides news text</a:t>
            </a:r>
          </a:p>
          <a:p>
            <a:pPr marL="0" indent="0">
              <a:buNone/>
            </a:pPr>
            <a:r>
              <a:rPr lang="en-US" dirty="0"/>
              <a:t>Preprocessing pipeline cleans text</a:t>
            </a:r>
          </a:p>
          <a:p>
            <a:pPr marL="0" indent="0">
              <a:buNone/>
            </a:pPr>
            <a:r>
              <a:rPr lang="en-US" dirty="0"/>
              <a:t>TF-IDF transforms text into numerical features</a:t>
            </a:r>
          </a:p>
          <a:p>
            <a:pPr marL="0" indent="0">
              <a:buNone/>
            </a:pPr>
            <a:r>
              <a:rPr lang="en-US" dirty="0"/>
              <a:t>Classifier predicts category</a:t>
            </a:r>
          </a:p>
          <a:p>
            <a:pPr marL="0" indent="0">
              <a:buNone/>
            </a:pPr>
            <a:r>
              <a:rPr lang="en-US" dirty="0"/>
              <a:t>Output shown to user</a:t>
            </a:r>
            <a:br>
              <a:rPr lang="en-US" dirty="0"/>
            </a:br>
            <a:r>
              <a:rPr lang="en-US" dirty="0"/>
              <a:t>Tools Used:</a:t>
            </a:r>
          </a:p>
          <a:p>
            <a:r>
              <a:rPr lang="en-US" dirty="0"/>
              <a:t>Python</a:t>
            </a:r>
          </a:p>
          <a:p>
            <a:r>
              <a:rPr lang="en-US" dirty="0"/>
              <a:t>Google Colab</a:t>
            </a:r>
          </a:p>
          <a:p>
            <a:r>
              <a:rPr lang="en-US" dirty="0"/>
              <a:t>Pandas, NLTK, sentence embedding models, etc.</a:t>
            </a:r>
          </a:p>
        </p:txBody>
      </p:sp>
    </p:spTree>
    <p:extLst>
      <p:ext uri="{BB962C8B-B14F-4D97-AF65-F5344CB8AC3E}">
        <p14:creationId xmlns:p14="http://schemas.microsoft.com/office/powerpoint/2010/main" val="39945786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CD3A4-4D3C-6BE1-3CDA-E5D5F41F8F04}"/>
              </a:ext>
            </a:extLst>
          </p:cNvPr>
          <p:cNvSpPr>
            <a:spLocks noGrp="1"/>
          </p:cNvSpPr>
          <p:nvPr>
            <p:ph type="title"/>
          </p:nvPr>
        </p:nvSpPr>
        <p:spPr/>
        <p:txBody>
          <a:bodyPr/>
          <a:lstStyle/>
          <a:p>
            <a:r>
              <a:rPr lang="en-US" dirty="0"/>
              <a:t>Live System Demo (Intro)</a:t>
            </a:r>
          </a:p>
        </p:txBody>
      </p:sp>
      <p:sp>
        <p:nvSpPr>
          <p:cNvPr id="3" name="Content Placeholder 2">
            <a:extLst>
              <a:ext uri="{FF2B5EF4-FFF2-40B4-BE49-F238E27FC236}">
                <a16:creationId xmlns:a16="http://schemas.microsoft.com/office/drawing/2014/main" id="{6A3343C2-BF5A-6A8A-34F6-2520F159A744}"/>
              </a:ext>
            </a:extLst>
          </p:cNvPr>
          <p:cNvSpPr>
            <a:spLocks noGrp="1"/>
          </p:cNvSpPr>
          <p:nvPr>
            <p:ph idx="1"/>
          </p:nvPr>
        </p:nvSpPr>
        <p:spPr/>
        <p:txBody>
          <a:bodyPr vert="horz" lIns="91440" tIns="45720" rIns="91440" bIns="45720" rtlCol="0" anchor="t">
            <a:normAutofit/>
          </a:bodyPr>
          <a:lstStyle/>
          <a:p>
            <a:pPr marL="0" indent="0">
              <a:buNone/>
            </a:pPr>
            <a:r>
              <a:rPr lang="en-US" dirty="0"/>
              <a:t>In this demo, I will show:</a:t>
            </a:r>
          </a:p>
          <a:p>
            <a:r>
              <a:rPr lang="en-US" dirty="0"/>
              <a:t>How the system accepts input text</a:t>
            </a:r>
          </a:p>
          <a:p>
            <a:r>
              <a:rPr lang="en-US" dirty="0"/>
              <a:t>How preprocessing translates the text</a:t>
            </a:r>
          </a:p>
          <a:p>
            <a:r>
              <a:rPr lang="en-US" dirty="0"/>
              <a:t>How the model predicts the category</a:t>
            </a:r>
          </a:p>
          <a:p>
            <a:r>
              <a:rPr lang="en-US" dirty="0"/>
              <a:t>The example outputs using real data</a:t>
            </a:r>
          </a:p>
        </p:txBody>
      </p:sp>
    </p:spTree>
    <p:extLst>
      <p:ext uri="{BB962C8B-B14F-4D97-AF65-F5344CB8AC3E}">
        <p14:creationId xmlns:p14="http://schemas.microsoft.com/office/powerpoint/2010/main" val="2720206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9D1E5F-E30C-128E-ACBD-4D9B656C015A}"/>
              </a:ext>
            </a:extLst>
          </p:cNvPr>
          <p:cNvSpPr>
            <a:spLocks noGrp="1"/>
          </p:cNvSpPr>
          <p:nvPr>
            <p:ph type="title"/>
          </p:nvPr>
        </p:nvSpPr>
        <p:spPr/>
        <p:txBody>
          <a:bodyPr/>
          <a:lstStyle/>
          <a:p>
            <a:r>
              <a:rPr lang="en-US" dirty="0"/>
              <a:t>Live System Demo (Execution)</a:t>
            </a:r>
          </a:p>
        </p:txBody>
      </p:sp>
      <p:sp>
        <p:nvSpPr>
          <p:cNvPr id="3" name="Content Placeholder 2">
            <a:extLst>
              <a:ext uri="{FF2B5EF4-FFF2-40B4-BE49-F238E27FC236}">
                <a16:creationId xmlns:a16="http://schemas.microsoft.com/office/drawing/2014/main" id="{037E4EC5-25E2-A157-18A1-4D03FB4EB421}"/>
              </a:ext>
            </a:extLst>
          </p:cNvPr>
          <p:cNvSpPr>
            <a:spLocks noGrp="1"/>
          </p:cNvSpPr>
          <p:nvPr>
            <p:ph idx="1"/>
          </p:nvPr>
        </p:nvSpPr>
        <p:spPr/>
        <p:txBody>
          <a:bodyPr vert="horz" lIns="91440" tIns="45720" rIns="91440" bIns="45720" rtlCol="0" anchor="t">
            <a:normAutofit/>
          </a:bodyPr>
          <a:lstStyle/>
          <a:p>
            <a:pPr marL="0" indent="0">
              <a:buNone/>
            </a:pPr>
            <a:r>
              <a:rPr lang="en-US" dirty="0"/>
              <a:t>The Demo steps will show you during the presentation:</a:t>
            </a:r>
          </a:p>
          <a:p>
            <a:r>
              <a:rPr lang="en-US" dirty="0"/>
              <a:t>Loading a cleaned dataset</a:t>
            </a:r>
          </a:p>
          <a:p>
            <a:r>
              <a:rPr lang="en-US" dirty="0"/>
              <a:t>Executing the preprocessing code </a:t>
            </a:r>
          </a:p>
          <a:p>
            <a:r>
              <a:rPr lang="en-US" dirty="0"/>
              <a:t>Loading the trained TF-IDF model</a:t>
            </a:r>
          </a:p>
          <a:p>
            <a:r>
              <a:rPr lang="en-US" dirty="0"/>
              <a:t>Running predictions on sample news text</a:t>
            </a:r>
          </a:p>
          <a:p>
            <a:r>
              <a:rPr lang="en-US"/>
              <a:t>Displaying the predicted category</a:t>
            </a:r>
            <a:br>
              <a:rPr lang="en-US" dirty="0"/>
            </a:br>
            <a:r>
              <a:rPr lang="en-US"/>
              <a:t>This demonstrates your system working end-to-end.</a:t>
            </a:r>
          </a:p>
          <a:p>
            <a:pPr marL="0" indent="0">
              <a:buNone/>
            </a:pPr>
            <a:endParaRPr lang="en-US" dirty="0"/>
          </a:p>
        </p:txBody>
      </p:sp>
    </p:spTree>
    <p:extLst>
      <p:ext uri="{BB962C8B-B14F-4D97-AF65-F5344CB8AC3E}">
        <p14:creationId xmlns:p14="http://schemas.microsoft.com/office/powerpoint/2010/main" val="14090072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7BDF3-688E-3417-3435-B4345D33268A}"/>
              </a:ext>
            </a:extLst>
          </p:cNvPr>
          <p:cNvSpPr>
            <a:spLocks noGrp="1"/>
          </p:cNvSpPr>
          <p:nvPr>
            <p:ph type="title"/>
          </p:nvPr>
        </p:nvSpPr>
        <p:spPr/>
        <p:txBody>
          <a:bodyPr>
            <a:normAutofit/>
          </a:bodyPr>
          <a:lstStyle/>
          <a:p>
            <a:r>
              <a:rPr lang="en-US" sz="3600" dirty="0">
                <a:ea typeface="+mj-lt"/>
                <a:cs typeface="+mj-lt"/>
              </a:rPr>
              <a:t>Technical Deep Dive</a:t>
            </a:r>
            <a:endParaRPr lang="en-US" sz="3600" dirty="0"/>
          </a:p>
        </p:txBody>
      </p:sp>
      <p:sp>
        <p:nvSpPr>
          <p:cNvPr id="3" name="Content Placeholder 2">
            <a:extLst>
              <a:ext uri="{FF2B5EF4-FFF2-40B4-BE49-F238E27FC236}">
                <a16:creationId xmlns:a16="http://schemas.microsoft.com/office/drawing/2014/main" id="{EA351EB7-FBAC-3122-52E9-6B85239EEB5E}"/>
              </a:ext>
            </a:extLst>
          </p:cNvPr>
          <p:cNvSpPr>
            <a:spLocks noGrp="1"/>
          </p:cNvSpPr>
          <p:nvPr>
            <p:ph idx="1"/>
          </p:nvPr>
        </p:nvSpPr>
        <p:spPr/>
        <p:txBody>
          <a:bodyPr vert="horz" lIns="91440" tIns="45720" rIns="91440" bIns="45720" rtlCol="0" anchor="t">
            <a:normAutofit fontScale="92500"/>
          </a:bodyPr>
          <a:lstStyle/>
          <a:p>
            <a:pPr marL="0" indent="0">
              <a:buNone/>
            </a:pPr>
            <a:r>
              <a:rPr lang="en-US" b="1" dirty="0"/>
              <a:t>Content: Key components and NLP methods.</a:t>
            </a:r>
          </a:p>
          <a:p>
            <a:pPr marL="0" indent="0">
              <a:buNone/>
            </a:pPr>
            <a:r>
              <a:rPr lang="en-US" b="1" dirty="0"/>
              <a:t>Script:</a:t>
            </a:r>
          </a:p>
          <a:p>
            <a:pPr marL="0" indent="0">
              <a:buNone/>
            </a:pPr>
            <a:r>
              <a:rPr lang="en-US" dirty="0"/>
              <a:t>"Under the hood, </a:t>
            </a:r>
            <a:r>
              <a:rPr lang="en-US" dirty="0" err="1"/>
              <a:t>NewsBot</a:t>
            </a:r>
            <a:r>
              <a:rPr lang="en-US" dirty="0"/>
              <a:t> uses":</a:t>
            </a:r>
          </a:p>
          <a:p>
            <a:r>
              <a:rPr lang="en-US" dirty="0"/>
              <a:t>LDA for topic discovery</a:t>
            </a:r>
          </a:p>
          <a:p>
            <a:r>
              <a:rPr lang="en-US" dirty="0"/>
              <a:t>Sentence embeddings for semantic search and intent classification</a:t>
            </a:r>
          </a:p>
          <a:p>
            <a:r>
              <a:rPr lang="en-US" dirty="0"/>
              <a:t>Transformer-based summarization</a:t>
            </a:r>
          </a:p>
          <a:p>
            <a:r>
              <a:rPr lang="en-US" dirty="0"/>
              <a:t>Language detection and translation for multilingual analysis</a:t>
            </a:r>
          </a:p>
          <a:p>
            <a:pPr marL="0" indent="0">
              <a:buNone/>
            </a:pPr>
            <a:r>
              <a:rPr lang="en-US" dirty="0"/>
              <a:t> "These features are combined for high precision, speed, and scalability."</a:t>
            </a:r>
          </a:p>
          <a:p>
            <a:pPr marL="0" indent="0">
              <a:buNone/>
            </a:pPr>
            <a:endParaRPr lang="en-US" dirty="0"/>
          </a:p>
        </p:txBody>
      </p:sp>
    </p:spTree>
    <p:extLst>
      <p:ext uri="{BB962C8B-B14F-4D97-AF65-F5344CB8AC3E}">
        <p14:creationId xmlns:p14="http://schemas.microsoft.com/office/powerpoint/2010/main" val="38603950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9C98A-637B-51A4-7011-8C34F6537762}"/>
              </a:ext>
            </a:extLst>
          </p:cNvPr>
          <p:cNvSpPr>
            <a:spLocks noGrp="1"/>
          </p:cNvSpPr>
          <p:nvPr>
            <p:ph type="title"/>
          </p:nvPr>
        </p:nvSpPr>
        <p:spPr/>
        <p:txBody>
          <a:bodyPr/>
          <a:lstStyle/>
          <a:p>
            <a:r>
              <a:rPr lang="en-US" dirty="0"/>
              <a:t>Error Analysis</a:t>
            </a:r>
          </a:p>
        </p:txBody>
      </p:sp>
      <p:sp>
        <p:nvSpPr>
          <p:cNvPr id="3" name="Content Placeholder 2">
            <a:extLst>
              <a:ext uri="{FF2B5EF4-FFF2-40B4-BE49-F238E27FC236}">
                <a16:creationId xmlns:a16="http://schemas.microsoft.com/office/drawing/2014/main" id="{F60505E3-C204-EA86-B630-B023D31B5CAB}"/>
              </a:ext>
            </a:extLst>
          </p:cNvPr>
          <p:cNvSpPr>
            <a:spLocks noGrp="1"/>
          </p:cNvSpPr>
          <p:nvPr>
            <p:ph idx="1"/>
          </p:nvPr>
        </p:nvSpPr>
        <p:spPr/>
        <p:txBody>
          <a:bodyPr vert="horz" lIns="91440" tIns="45720" rIns="91440" bIns="45720" rtlCol="0" anchor="t">
            <a:normAutofit/>
          </a:bodyPr>
          <a:lstStyle/>
          <a:p>
            <a:r>
              <a:rPr lang="en-US" dirty="0"/>
              <a:t>Common issues found:</a:t>
            </a:r>
          </a:p>
          <a:p>
            <a:r>
              <a:rPr lang="en-US" dirty="0"/>
              <a:t>Articles with overlapping topics confused the model</a:t>
            </a:r>
          </a:p>
          <a:p>
            <a:r>
              <a:rPr lang="en-US" dirty="0"/>
              <a:t>Very short headlines produced inconsistent predictions</a:t>
            </a:r>
          </a:p>
          <a:p>
            <a:r>
              <a:rPr lang="en-US" dirty="0"/>
              <a:t>Rare categories had fewer training examples</a:t>
            </a:r>
            <a:br>
              <a:rPr lang="en-US" dirty="0"/>
            </a:br>
            <a:r>
              <a:rPr lang="en-US" dirty="0"/>
              <a:t> Example misclassification:</a:t>
            </a:r>
          </a:p>
          <a:p>
            <a:r>
              <a:rPr lang="en-US" dirty="0"/>
              <a:t>“US government announces new healthcare plan”</a:t>
            </a:r>
            <a:br>
              <a:rPr lang="en-US" dirty="0"/>
            </a:br>
            <a:r>
              <a:rPr lang="en-US" dirty="0"/>
              <a:t> → Predicted: Politics</a:t>
            </a:r>
            <a:br>
              <a:rPr lang="en-US" dirty="0"/>
            </a:br>
            <a:r>
              <a:rPr lang="en-US" dirty="0"/>
              <a:t> → Actual: Health</a:t>
            </a:r>
          </a:p>
          <a:p>
            <a:endParaRPr lang="en-US" dirty="0"/>
          </a:p>
        </p:txBody>
      </p:sp>
    </p:spTree>
    <p:extLst>
      <p:ext uri="{BB962C8B-B14F-4D97-AF65-F5344CB8AC3E}">
        <p14:creationId xmlns:p14="http://schemas.microsoft.com/office/powerpoint/2010/main" val="28477970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DF834-8585-00E0-0A5B-C50B45ACAB2D}"/>
              </a:ext>
            </a:extLst>
          </p:cNvPr>
          <p:cNvSpPr>
            <a:spLocks noGrp="1"/>
          </p:cNvSpPr>
          <p:nvPr>
            <p:ph type="title"/>
          </p:nvPr>
        </p:nvSpPr>
        <p:spPr/>
        <p:txBody>
          <a:bodyPr>
            <a:normAutofit fontScale="90000"/>
          </a:bodyPr>
          <a:lstStyle/>
          <a:p>
            <a:endParaRPr lang="en-US" dirty="0"/>
          </a:p>
          <a:p>
            <a:endParaRPr lang="en-US" b="1" dirty="0"/>
          </a:p>
          <a:p>
            <a:pPr>
              <a:buFont typeface="Arial"/>
              <a:buChar char="•"/>
            </a:pPr>
            <a:endParaRPr lang="en-US" b="1" dirty="0"/>
          </a:p>
          <a:p>
            <a:pPr>
              <a:buFont typeface="Arial"/>
              <a:buChar char="•"/>
            </a:pPr>
            <a:endParaRPr lang="en-US"/>
          </a:p>
          <a:p>
            <a:r>
              <a:rPr lang="en-US" dirty="0"/>
              <a:t>Limitations</a:t>
            </a:r>
          </a:p>
          <a:p>
            <a:pPr marL="285750" indent="-285750">
              <a:buFont typeface="Arial"/>
              <a:buChar char="•"/>
            </a:pPr>
            <a:endParaRPr lang="en-US" dirty="0"/>
          </a:p>
          <a:p>
            <a:pPr marL="285750" indent="-285750">
              <a:buFont typeface="Arial"/>
              <a:buChar char="•"/>
            </a:pPr>
            <a:endParaRPr lang="en-US" dirty="0"/>
          </a:p>
          <a:p>
            <a:endParaRPr lang="en-US" dirty="0"/>
          </a:p>
          <a:p>
            <a:endParaRPr lang="en-US" dirty="0"/>
          </a:p>
        </p:txBody>
      </p:sp>
      <p:sp>
        <p:nvSpPr>
          <p:cNvPr id="3" name="Content Placeholder 2">
            <a:extLst>
              <a:ext uri="{FF2B5EF4-FFF2-40B4-BE49-F238E27FC236}">
                <a16:creationId xmlns:a16="http://schemas.microsoft.com/office/drawing/2014/main" id="{08563859-9C8C-5090-2159-03D2C83B579D}"/>
              </a:ext>
            </a:extLst>
          </p:cNvPr>
          <p:cNvSpPr>
            <a:spLocks noGrp="1"/>
          </p:cNvSpPr>
          <p:nvPr>
            <p:ph idx="1"/>
          </p:nvPr>
        </p:nvSpPr>
        <p:spPr/>
        <p:txBody>
          <a:bodyPr vert="horz" lIns="91440" tIns="45720" rIns="91440" bIns="45720" rtlCol="0" anchor="t">
            <a:normAutofit/>
          </a:bodyPr>
          <a:lstStyle/>
          <a:p>
            <a:pPr marL="457200" indent="-457200"/>
            <a:r>
              <a:rPr lang="en-US" dirty="0"/>
              <a:t>The dataset may contain biases</a:t>
            </a:r>
          </a:p>
          <a:p>
            <a:pPr marL="457200" indent="-457200"/>
            <a:r>
              <a:rPr lang="en-US" dirty="0"/>
              <a:t>Headlines alone are occasionally too small</a:t>
            </a:r>
          </a:p>
          <a:p>
            <a:pPr marL="457200" indent="-457200"/>
            <a:r>
              <a:rPr lang="en-US" dirty="0"/>
              <a:t>Several groups overlap (e.g., Politics vs. World News)</a:t>
            </a:r>
          </a:p>
          <a:p>
            <a:pPr marL="457200" indent="-457200"/>
            <a:r>
              <a:rPr lang="en-US" dirty="0"/>
              <a:t>There's no deep learning or transformer models that have been used yet.</a:t>
            </a:r>
          </a:p>
          <a:p>
            <a:pPr marL="457200" indent="-457200"/>
            <a:endParaRPr lang="en-US" dirty="0"/>
          </a:p>
        </p:txBody>
      </p:sp>
    </p:spTree>
    <p:extLst>
      <p:ext uri="{BB962C8B-B14F-4D97-AF65-F5344CB8AC3E}">
        <p14:creationId xmlns:p14="http://schemas.microsoft.com/office/powerpoint/2010/main" val="41792319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711E79-A391-7969-46BE-7B0D74111FC6}"/>
              </a:ext>
            </a:extLst>
          </p:cNvPr>
          <p:cNvSpPr>
            <a:spLocks noGrp="1"/>
          </p:cNvSpPr>
          <p:nvPr>
            <p:ph type="title"/>
          </p:nvPr>
        </p:nvSpPr>
        <p:spPr/>
        <p:txBody>
          <a:bodyPr/>
          <a:lstStyle/>
          <a:p>
            <a:r>
              <a:rPr lang="en-US" dirty="0"/>
              <a:t>Business / Real-World Impact</a:t>
            </a:r>
          </a:p>
          <a:p>
            <a:endParaRPr lang="en-US" dirty="0"/>
          </a:p>
        </p:txBody>
      </p:sp>
      <p:sp>
        <p:nvSpPr>
          <p:cNvPr id="3" name="Content Placeholder 2">
            <a:extLst>
              <a:ext uri="{FF2B5EF4-FFF2-40B4-BE49-F238E27FC236}">
                <a16:creationId xmlns:a16="http://schemas.microsoft.com/office/drawing/2014/main" id="{4DE1E1B8-0E48-CBCD-6C1A-68653E522A75}"/>
              </a:ext>
            </a:extLst>
          </p:cNvPr>
          <p:cNvSpPr>
            <a:spLocks noGrp="1"/>
          </p:cNvSpPr>
          <p:nvPr>
            <p:ph idx="1"/>
          </p:nvPr>
        </p:nvSpPr>
        <p:spPr/>
        <p:txBody>
          <a:bodyPr vert="horz" lIns="91440" tIns="45720" rIns="91440" bIns="45720" rtlCol="0" anchor="t">
            <a:normAutofit fontScale="92500" lnSpcReduction="10000"/>
          </a:bodyPr>
          <a:lstStyle/>
          <a:p>
            <a:pPr marL="0" indent="0">
              <a:buNone/>
            </a:pPr>
            <a:r>
              <a:rPr lang="en-US" b="1" dirty="0"/>
              <a:t>This system can help:</a:t>
            </a:r>
          </a:p>
          <a:p>
            <a:r>
              <a:rPr lang="en-US" dirty="0"/>
              <a:t>News publishers</a:t>
            </a:r>
          </a:p>
          <a:p>
            <a:r>
              <a:rPr lang="en-US" dirty="0"/>
              <a:t>Social media moderation</a:t>
            </a:r>
          </a:p>
          <a:p>
            <a:r>
              <a:rPr lang="en-US" dirty="0"/>
              <a:t>Content recommendation engines</a:t>
            </a:r>
          </a:p>
          <a:p>
            <a:r>
              <a:rPr lang="en-US" dirty="0"/>
              <a:t>Research analysis groups</a:t>
            </a:r>
          </a:p>
          <a:p>
            <a:pPr marL="0" indent="0">
              <a:buNone/>
            </a:pPr>
            <a:br>
              <a:rPr lang="en-US" dirty="0"/>
            </a:br>
            <a:r>
              <a:rPr lang="en-US" b="1" dirty="0"/>
              <a:t>Advantages:</a:t>
            </a:r>
          </a:p>
          <a:p>
            <a:r>
              <a:rPr lang="en-US" dirty="0"/>
              <a:t>Quicker sorting of huge datasets</a:t>
            </a:r>
          </a:p>
          <a:p>
            <a:r>
              <a:rPr lang="en-US" dirty="0"/>
              <a:t>More consistent classification</a:t>
            </a:r>
          </a:p>
          <a:p>
            <a:r>
              <a:rPr lang="en-US" dirty="0"/>
              <a:t>Enhances workflow efficiency</a:t>
            </a:r>
          </a:p>
          <a:p>
            <a:pPr marL="0" indent="0">
              <a:buNone/>
            </a:pPr>
            <a:endParaRPr lang="en-US" dirty="0"/>
          </a:p>
        </p:txBody>
      </p:sp>
    </p:spTree>
    <p:extLst>
      <p:ext uri="{BB962C8B-B14F-4D97-AF65-F5344CB8AC3E}">
        <p14:creationId xmlns:p14="http://schemas.microsoft.com/office/powerpoint/2010/main" val="23174912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201FD-6601-30F1-4AC9-514BEC34B459}"/>
              </a:ext>
            </a:extLst>
          </p:cNvPr>
          <p:cNvSpPr>
            <a:spLocks noGrp="1"/>
          </p:cNvSpPr>
          <p:nvPr>
            <p:ph type="title"/>
          </p:nvPr>
        </p:nvSpPr>
        <p:spPr/>
        <p:txBody>
          <a:bodyPr/>
          <a:lstStyle/>
          <a:p>
            <a:r>
              <a:rPr lang="en-US" dirty="0"/>
              <a:t>Business Value (Quantified)</a:t>
            </a:r>
          </a:p>
        </p:txBody>
      </p:sp>
      <p:sp>
        <p:nvSpPr>
          <p:cNvPr id="3" name="Content Placeholder 2">
            <a:extLst>
              <a:ext uri="{FF2B5EF4-FFF2-40B4-BE49-F238E27FC236}">
                <a16:creationId xmlns:a16="http://schemas.microsoft.com/office/drawing/2014/main" id="{6DE941C7-EC5B-B704-CFA1-9675FFC764B7}"/>
              </a:ext>
            </a:extLst>
          </p:cNvPr>
          <p:cNvSpPr>
            <a:spLocks noGrp="1"/>
          </p:cNvSpPr>
          <p:nvPr>
            <p:ph idx="1"/>
          </p:nvPr>
        </p:nvSpPr>
        <p:spPr/>
        <p:txBody>
          <a:bodyPr vert="horz" lIns="91440" tIns="45720" rIns="91440" bIns="45720" rtlCol="0" anchor="t">
            <a:normAutofit/>
          </a:bodyPr>
          <a:lstStyle/>
          <a:p>
            <a:pPr marL="0" indent="0">
              <a:buNone/>
            </a:pPr>
            <a:r>
              <a:rPr lang="en-US" dirty="0"/>
              <a:t>Estimated advantages:</a:t>
            </a:r>
          </a:p>
          <a:p>
            <a:r>
              <a:rPr lang="en-US" dirty="0"/>
              <a:t>Time saved: Automated classification decreases manual sorting by 70–90%</a:t>
            </a:r>
          </a:p>
          <a:p>
            <a:r>
              <a:rPr lang="en-US" dirty="0"/>
              <a:t>Price savings: Minimizes labor hours for data analysis teams</a:t>
            </a:r>
          </a:p>
          <a:p>
            <a:r>
              <a:rPr lang="en-US" dirty="0"/>
              <a:t>Less human error: Consistent automated predictions</a:t>
            </a:r>
          </a:p>
          <a:p>
            <a:r>
              <a:rPr lang="en-US" dirty="0"/>
              <a:t>Scalability: Can process tons of articles instantly</a:t>
            </a:r>
          </a:p>
          <a:p>
            <a:pPr marL="0" indent="0">
              <a:buNone/>
            </a:pPr>
            <a:endParaRPr lang="en-US" dirty="0"/>
          </a:p>
        </p:txBody>
      </p:sp>
    </p:spTree>
    <p:extLst>
      <p:ext uri="{BB962C8B-B14F-4D97-AF65-F5344CB8AC3E}">
        <p14:creationId xmlns:p14="http://schemas.microsoft.com/office/powerpoint/2010/main" val="40561714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AF361-2591-EFB1-C3B9-9CF4078B9EB2}"/>
              </a:ext>
            </a:extLst>
          </p:cNvPr>
          <p:cNvSpPr>
            <a:spLocks noGrp="1"/>
          </p:cNvSpPr>
          <p:nvPr>
            <p:ph type="title"/>
          </p:nvPr>
        </p:nvSpPr>
        <p:spPr/>
        <p:txBody>
          <a:bodyPr/>
          <a:lstStyle/>
          <a:p>
            <a:r>
              <a:rPr lang="en-US" dirty="0"/>
              <a:t>Future Improvements</a:t>
            </a:r>
          </a:p>
        </p:txBody>
      </p:sp>
      <p:sp>
        <p:nvSpPr>
          <p:cNvPr id="3" name="Content Placeholder 2">
            <a:extLst>
              <a:ext uri="{FF2B5EF4-FFF2-40B4-BE49-F238E27FC236}">
                <a16:creationId xmlns:a16="http://schemas.microsoft.com/office/drawing/2014/main" id="{225CE6EF-2AC8-9152-4593-B432243334A0}"/>
              </a:ext>
            </a:extLst>
          </p:cNvPr>
          <p:cNvSpPr>
            <a:spLocks noGrp="1"/>
          </p:cNvSpPr>
          <p:nvPr>
            <p:ph idx="1"/>
          </p:nvPr>
        </p:nvSpPr>
        <p:spPr/>
        <p:txBody>
          <a:bodyPr vert="horz" lIns="91440" tIns="45720" rIns="91440" bIns="45720" rtlCol="0" anchor="t">
            <a:normAutofit/>
          </a:bodyPr>
          <a:lstStyle/>
          <a:p>
            <a:pPr marL="0" indent="0">
              <a:buNone/>
            </a:pPr>
            <a:r>
              <a:rPr lang="en-US" dirty="0"/>
              <a:t>To improve system performance, I'll:</a:t>
            </a:r>
          </a:p>
          <a:p>
            <a:r>
              <a:rPr lang="en-US" dirty="0"/>
              <a:t>Use transformer models (Logistic Regression, Naive Beyes)</a:t>
            </a:r>
          </a:p>
          <a:p>
            <a:r>
              <a:rPr lang="en-US" dirty="0"/>
              <a:t>Add a user-friendly front-end interface</a:t>
            </a:r>
          </a:p>
          <a:p>
            <a:r>
              <a:rPr lang="en-US" dirty="0"/>
              <a:t>Expand the dataset for underrepresented categories</a:t>
            </a:r>
          </a:p>
          <a:p>
            <a:r>
              <a:rPr lang="en-US" dirty="0"/>
              <a:t>Apply the real-time API for instant classification</a:t>
            </a:r>
          </a:p>
          <a:p>
            <a:endParaRPr lang="en-US" dirty="0"/>
          </a:p>
        </p:txBody>
      </p:sp>
    </p:spTree>
    <p:extLst>
      <p:ext uri="{BB962C8B-B14F-4D97-AF65-F5344CB8AC3E}">
        <p14:creationId xmlns:p14="http://schemas.microsoft.com/office/powerpoint/2010/main" val="34416108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6C4FA1-27F7-D6F0-A4FD-F558DC9991F3}"/>
              </a:ext>
            </a:extLst>
          </p:cNvPr>
          <p:cNvSpPr>
            <a:spLocks noGrp="1"/>
          </p:cNvSpPr>
          <p:nvPr>
            <p:ph type="title"/>
          </p:nvPr>
        </p:nvSpPr>
        <p:spPr/>
        <p:txBody>
          <a:bodyPr/>
          <a:lstStyle/>
          <a:p>
            <a:r>
              <a:rPr lang="en-US" dirty="0"/>
              <a:t>Lessons Learned</a:t>
            </a:r>
          </a:p>
        </p:txBody>
      </p:sp>
      <p:sp>
        <p:nvSpPr>
          <p:cNvPr id="3" name="Content Placeholder 2">
            <a:extLst>
              <a:ext uri="{FF2B5EF4-FFF2-40B4-BE49-F238E27FC236}">
                <a16:creationId xmlns:a16="http://schemas.microsoft.com/office/drawing/2014/main" id="{95989D0B-BCC4-FAC8-E864-396902F61555}"/>
              </a:ext>
            </a:extLst>
          </p:cNvPr>
          <p:cNvSpPr>
            <a:spLocks noGrp="1"/>
          </p:cNvSpPr>
          <p:nvPr>
            <p:ph idx="1"/>
          </p:nvPr>
        </p:nvSpPr>
        <p:spPr/>
        <p:txBody>
          <a:bodyPr vert="horz" lIns="91440" tIns="45720" rIns="91440" bIns="45720" rtlCol="0" anchor="t">
            <a:normAutofit/>
          </a:bodyPr>
          <a:lstStyle/>
          <a:p>
            <a:pPr marL="0" indent="0">
              <a:buNone/>
            </a:pPr>
            <a:r>
              <a:rPr lang="en-US" dirty="0"/>
              <a:t>During this project, I learned how to:</a:t>
            </a:r>
          </a:p>
          <a:p>
            <a:r>
              <a:rPr lang="en-US" dirty="0"/>
              <a:t>Load, clean, and analyze real datasets independently</a:t>
            </a:r>
          </a:p>
          <a:p>
            <a:r>
              <a:rPr lang="en-US" dirty="0"/>
              <a:t>Fix errors in Google Colab and debug the broken code</a:t>
            </a:r>
          </a:p>
          <a:p>
            <a:pPr marL="0" indent="0">
              <a:buNone/>
            </a:pPr>
            <a:endParaRPr lang="en-US" dirty="0"/>
          </a:p>
        </p:txBody>
      </p:sp>
    </p:spTree>
    <p:extLst>
      <p:ext uri="{BB962C8B-B14F-4D97-AF65-F5344CB8AC3E}">
        <p14:creationId xmlns:p14="http://schemas.microsoft.com/office/powerpoint/2010/main" val="15592553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98605-20E4-BAE9-E37E-1B41C58D5C45}"/>
              </a:ext>
            </a:extLst>
          </p:cNvPr>
          <p:cNvSpPr>
            <a:spLocks noGrp="1"/>
          </p:cNvSpPr>
          <p:nvPr>
            <p:ph type="title"/>
          </p:nvPr>
        </p:nvSpPr>
        <p:spPr/>
        <p:txBody>
          <a:bodyPr/>
          <a:lstStyle/>
          <a:p>
            <a:r>
              <a:rPr lang="en-US" dirty="0"/>
              <a:t>Q&amp;A Preparation </a:t>
            </a:r>
          </a:p>
        </p:txBody>
      </p:sp>
      <p:sp>
        <p:nvSpPr>
          <p:cNvPr id="3" name="Content Placeholder 2">
            <a:extLst>
              <a:ext uri="{FF2B5EF4-FFF2-40B4-BE49-F238E27FC236}">
                <a16:creationId xmlns:a16="http://schemas.microsoft.com/office/drawing/2014/main" id="{DEF8F929-63EA-1CCE-6067-7D307989C347}"/>
              </a:ext>
            </a:extLst>
          </p:cNvPr>
          <p:cNvSpPr>
            <a:spLocks noGrp="1"/>
          </p:cNvSpPr>
          <p:nvPr>
            <p:ph idx="1"/>
          </p:nvPr>
        </p:nvSpPr>
        <p:spPr/>
        <p:txBody>
          <a:bodyPr vert="horz" lIns="91440" tIns="45720" rIns="91440" bIns="45720" rtlCol="0" anchor="t">
            <a:normAutofit/>
          </a:bodyPr>
          <a:lstStyle/>
          <a:p>
            <a:pPr marL="0" indent="0">
              <a:buNone/>
            </a:pPr>
            <a:r>
              <a:rPr lang="en-US" dirty="0"/>
              <a:t>Content: “Questions?” + sample anticipated questions.</a:t>
            </a:r>
          </a:p>
          <a:p>
            <a:r>
              <a:rPr lang="en-US" dirty="0"/>
              <a:t>Now I’d be happy to answer any questions. Anticipated topics may include:</a:t>
            </a:r>
          </a:p>
          <a:p>
            <a:r>
              <a:rPr lang="en-US" dirty="0"/>
              <a:t>How semantic search handles meaning</a:t>
            </a:r>
          </a:p>
          <a:p>
            <a:r>
              <a:rPr lang="en-US" dirty="0"/>
              <a:t>How the Multi-part query handles the conversational interface</a:t>
            </a:r>
          </a:p>
          <a:p>
            <a:r>
              <a:rPr lang="en-US" dirty="0"/>
              <a:t>Topic evolution tracking</a:t>
            </a:r>
          </a:p>
          <a:p>
            <a:r>
              <a:rPr lang="en-US" dirty="0"/>
              <a:t>Multilingual translation and context understanding</a:t>
            </a:r>
          </a:p>
          <a:p>
            <a:endParaRPr lang="en-US" dirty="0"/>
          </a:p>
        </p:txBody>
      </p:sp>
    </p:spTree>
    <p:extLst>
      <p:ext uri="{BB962C8B-B14F-4D97-AF65-F5344CB8AC3E}">
        <p14:creationId xmlns:p14="http://schemas.microsoft.com/office/powerpoint/2010/main" val="12611340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D93E8-44C9-4A92-E8EF-303FD77D7693}"/>
              </a:ext>
            </a:extLst>
          </p:cNvPr>
          <p:cNvSpPr>
            <a:spLocks noGrp="1"/>
          </p:cNvSpPr>
          <p:nvPr>
            <p:ph type="title"/>
          </p:nvPr>
        </p:nvSpPr>
        <p:spPr/>
        <p:txBody>
          <a:bodyPr>
            <a:normAutofit/>
          </a:bodyPr>
          <a:lstStyle/>
          <a:p>
            <a:r>
              <a:rPr lang="en-US" dirty="0"/>
              <a:t>Conclusion</a:t>
            </a:r>
          </a:p>
        </p:txBody>
      </p:sp>
      <p:sp>
        <p:nvSpPr>
          <p:cNvPr id="3" name="Content Placeholder 2">
            <a:extLst>
              <a:ext uri="{FF2B5EF4-FFF2-40B4-BE49-F238E27FC236}">
                <a16:creationId xmlns:a16="http://schemas.microsoft.com/office/drawing/2014/main" id="{3B864EF6-9B03-CF0D-D436-520018E09A49}"/>
              </a:ext>
            </a:extLst>
          </p:cNvPr>
          <p:cNvSpPr>
            <a:spLocks noGrp="1"/>
          </p:cNvSpPr>
          <p:nvPr>
            <p:ph idx="1"/>
          </p:nvPr>
        </p:nvSpPr>
        <p:spPr/>
        <p:txBody>
          <a:bodyPr vert="horz" lIns="91440" tIns="45720" rIns="91440" bIns="45720" rtlCol="0" anchor="t">
            <a:normAutofit/>
          </a:bodyPr>
          <a:lstStyle/>
          <a:p>
            <a:pPr marL="0" indent="0">
              <a:buNone/>
            </a:pPr>
            <a:r>
              <a:rPr lang="en-US" dirty="0"/>
              <a:t>I've built a fully working machine learning network, described a  strong technical understanding, showed real-world usefulness of NLP, and I sent measurable business value.</a:t>
            </a:r>
          </a:p>
          <a:p>
            <a:pPr marL="0" indent="0">
              <a:buNone/>
            </a:pPr>
            <a:br>
              <a:rPr lang="en-US" dirty="0"/>
            </a:br>
            <a:r>
              <a:rPr lang="en-US" dirty="0"/>
              <a:t>Last message:</a:t>
            </a:r>
            <a:br>
              <a:rPr lang="en-US" dirty="0"/>
            </a:br>
            <a:r>
              <a:rPr lang="en-US" dirty="0"/>
              <a:t>This project shows how machine learning can change the way we study the news at a scale.</a:t>
            </a:r>
          </a:p>
          <a:p>
            <a:pPr marL="0" indent="0">
              <a:buNone/>
            </a:pPr>
            <a:endParaRPr lang="en-US" dirty="0"/>
          </a:p>
        </p:txBody>
      </p:sp>
    </p:spTree>
    <p:extLst>
      <p:ext uri="{BB962C8B-B14F-4D97-AF65-F5344CB8AC3E}">
        <p14:creationId xmlns:p14="http://schemas.microsoft.com/office/powerpoint/2010/main" val="39833365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23</Slides>
  <Notes>0</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office theme</vt:lpstr>
      <vt:lpstr>News Bot Intelligence System 2.0</vt:lpstr>
      <vt:lpstr>Agenda</vt:lpstr>
      <vt:lpstr>Problem Statement</vt:lpstr>
      <vt:lpstr>Dataset Description Source: Kaggle News Category Dataset</vt:lpstr>
      <vt:lpstr>Data Preprocessing Steps</vt:lpstr>
      <vt:lpstr> Feature Engineering / NLP Methods Part 1</vt:lpstr>
      <vt:lpstr>Feature Engineering / NLP Methods Part 2</vt:lpstr>
      <vt:lpstr>Feature Engineering / NLP Methods Part 3</vt:lpstr>
      <vt:lpstr>Model Selection Part 1</vt:lpstr>
      <vt:lpstr>Model Selection Part 2</vt:lpstr>
      <vt:lpstr>Model Selection Part 3</vt:lpstr>
      <vt:lpstr>System Architecture</vt:lpstr>
      <vt:lpstr>Live System Demo (Intro)</vt:lpstr>
      <vt:lpstr>Live System Demo (Execution)</vt:lpstr>
      <vt:lpstr>Technical Deep Dive</vt:lpstr>
      <vt:lpstr>Error Analysis</vt:lpstr>
      <vt:lpstr>    Limitations    </vt:lpstr>
      <vt:lpstr>Business / Real-World Impact </vt:lpstr>
      <vt:lpstr>Business Value (Quantified)</vt:lpstr>
      <vt:lpstr>Future Improvements</vt:lpstr>
      <vt:lpstr>Lessons Learned</vt:lpstr>
      <vt:lpstr>Q&amp;A Preparation </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752</cp:revision>
  <dcterms:created xsi:type="dcterms:W3CDTF">2025-11-28T02:59:13Z</dcterms:created>
  <dcterms:modified xsi:type="dcterms:W3CDTF">2025-11-29T20:51:04Z</dcterms:modified>
</cp:coreProperties>
</file>