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E1CB9-B872-2BC0-E19F-5E412391ED86}" v="245" dt="2025-11-27T21:14:26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y.nsofor-W214953722" userId="S::w214953722@student.hccs.edu::a4bcf6b5-258a-4061-a951-7822d8616e66" providerId="AD" clId="Web-{84BE1CB9-B872-2BC0-E19F-5E412391ED86}"/>
    <pc:docChg chg="addSld modSld">
      <pc:chgData name="troy.nsofor-W214953722" userId="S::w214953722@student.hccs.edu::a4bcf6b5-258a-4061-a951-7822d8616e66" providerId="AD" clId="Web-{84BE1CB9-B872-2BC0-E19F-5E412391ED86}" dt="2025-11-27T21:14:24.265" v="239" actId="20577"/>
      <pc:docMkLst>
        <pc:docMk/>
      </pc:docMkLst>
      <pc:sldChg chg="addSp delSp modSp mod modClrScheme chgLayout">
        <pc:chgData name="troy.nsofor-W214953722" userId="S::w214953722@student.hccs.edu::a4bcf6b5-258a-4061-a951-7822d8616e66" providerId="AD" clId="Web-{84BE1CB9-B872-2BC0-E19F-5E412391ED86}" dt="2025-11-27T21:08:21.386" v="189"/>
        <pc:sldMkLst>
          <pc:docMk/>
          <pc:sldMk cId="109857222" sldId="256"/>
        </pc:sldMkLst>
        <pc:spChg chg="del">
          <ac:chgData name="troy.nsofor-W214953722" userId="S::w214953722@student.hccs.edu::a4bcf6b5-258a-4061-a951-7822d8616e66" providerId="AD" clId="Web-{84BE1CB9-B872-2BC0-E19F-5E412391ED86}" dt="2025-11-27T20:57:30.525" v="4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troy.nsofor-W214953722" userId="S::w214953722@student.hccs.edu::a4bcf6b5-258a-4061-a951-7822d8616e66" providerId="AD" clId="Web-{84BE1CB9-B872-2BC0-E19F-5E412391ED86}" dt="2025-11-27T20:57:30.525" v="4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troy.nsofor-W214953722" userId="S::w214953722@student.hccs.edu::a4bcf6b5-258a-4061-a951-7822d8616e66" providerId="AD" clId="Web-{84BE1CB9-B872-2BC0-E19F-5E412391ED86}" dt="2025-11-27T20:57:25.962" v="3"/>
          <ac:spMkLst>
            <pc:docMk/>
            <pc:sldMk cId="109857222" sldId="256"/>
            <ac:spMk id="4" creationId="{83536CEA-4683-E1A8-6558-64A8A19E6C4D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2:43.933" v="72" actId="20577"/>
          <ac:spMkLst>
            <pc:docMk/>
            <pc:sldMk cId="109857222" sldId="256"/>
            <ac:spMk id="5" creationId="{67777BCE-E9A7-47D8-D32A-D19003AF8C87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1:07.010" v="42" actId="14100"/>
          <ac:spMkLst>
            <pc:docMk/>
            <pc:sldMk cId="109857222" sldId="256"/>
            <ac:spMk id="6" creationId="{02F76EE3-1F48-4766-0486-6DF5FAF27364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3:13.370" v="95" actId="20577"/>
          <ac:spMkLst>
            <pc:docMk/>
            <pc:sldMk cId="109857222" sldId="256"/>
            <ac:spMk id="7" creationId="{BDAE92FF-093D-D9B3-EE1D-FB060CE5E945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0:13.448" v="30" actId="14100"/>
          <ac:spMkLst>
            <pc:docMk/>
            <pc:sldMk cId="109857222" sldId="256"/>
            <ac:spMk id="8" creationId="{21AD5F15-B6F8-96E5-FCBD-A98E7F8F8095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4:07.089" v="135" actId="20577"/>
          <ac:spMkLst>
            <pc:docMk/>
            <pc:sldMk cId="109857222" sldId="256"/>
            <ac:spMk id="9" creationId="{AEE71E1C-0EB8-A554-AB18-F39F365349E2}"/>
          </ac:spMkLst>
        </pc:spChg>
        <pc:spChg chg="add del mod">
          <ac:chgData name="troy.nsofor-W214953722" userId="S::w214953722@student.hccs.edu::a4bcf6b5-258a-4061-a951-7822d8616e66" providerId="AD" clId="Web-{84BE1CB9-B872-2BC0-E19F-5E412391ED86}" dt="2025-11-27T21:07:33.574" v="183"/>
          <ac:spMkLst>
            <pc:docMk/>
            <pc:sldMk cId="109857222" sldId="256"/>
            <ac:spMk id="10" creationId="{105F8285-1ED6-3989-BFA0-FE31DFCD040F}"/>
          </ac:spMkLst>
        </pc:spChg>
        <pc:spChg chg="add del mod">
          <ac:chgData name="troy.nsofor-W214953722" userId="S::w214953722@student.hccs.edu::a4bcf6b5-258a-4061-a951-7822d8616e66" providerId="AD" clId="Web-{84BE1CB9-B872-2BC0-E19F-5E412391ED86}" dt="2025-11-27T21:08:21.386" v="189"/>
          <ac:spMkLst>
            <pc:docMk/>
            <pc:sldMk cId="109857222" sldId="256"/>
            <ac:spMk id="11" creationId="{168E3137-9206-D0FD-C354-35DD3105F85C}"/>
          </ac:spMkLst>
        </pc:spChg>
      </pc:sldChg>
      <pc:sldChg chg="addSp modSp new">
        <pc:chgData name="troy.nsofor-W214953722" userId="S::w214953722@student.hccs.edu::a4bcf6b5-258a-4061-a951-7822d8616e66" providerId="AD" clId="Web-{84BE1CB9-B872-2BC0-E19F-5E412391ED86}" dt="2025-11-27T21:14:24.265" v="239" actId="20577"/>
        <pc:sldMkLst>
          <pc:docMk/>
          <pc:sldMk cId="3735511109" sldId="257"/>
        </pc:sldMkLst>
        <pc:spChg chg="add mod">
          <ac:chgData name="troy.nsofor-W214953722" userId="S::w214953722@student.hccs.edu::a4bcf6b5-258a-4061-a951-7822d8616e66" providerId="AD" clId="Web-{84BE1CB9-B872-2BC0-E19F-5E412391ED86}" dt="2025-11-27T21:06:40.402" v="177" actId="14100"/>
          <ac:spMkLst>
            <pc:docMk/>
            <pc:sldMk cId="3735511109" sldId="257"/>
            <ac:spMk id="3" creationId="{1778633C-3ACA-3672-363C-8FAA05831310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8:55.652" v="193" actId="1076"/>
          <ac:spMkLst>
            <pc:docMk/>
            <pc:sldMk cId="3735511109" sldId="257"/>
            <ac:spMk id="4" creationId="{9A756C16-A54A-5795-F14D-64AF7B736481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9:44.794" v="200" actId="20577"/>
          <ac:spMkLst>
            <pc:docMk/>
            <pc:sldMk cId="3735511109" sldId="257"/>
            <ac:spMk id="5" creationId="{ABFA756A-D522-0606-5C1D-6A51C71A11E4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09:57.638" v="205" actId="14100"/>
          <ac:spMkLst>
            <pc:docMk/>
            <pc:sldMk cId="3735511109" sldId="257"/>
            <ac:spMk id="6" creationId="{EB88904D-AF3E-6E19-68F2-85A85A4A3476}"/>
          </ac:spMkLst>
        </pc:spChg>
        <pc:spChg chg="add mod">
          <ac:chgData name="troy.nsofor-W214953722" userId="S::w214953722@student.hccs.edu::a4bcf6b5-258a-4061-a951-7822d8616e66" providerId="AD" clId="Web-{84BE1CB9-B872-2BC0-E19F-5E412391ED86}" dt="2025-11-27T21:14:24.265" v="239" actId="20577"/>
          <ac:spMkLst>
            <pc:docMk/>
            <pc:sldMk cId="3735511109" sldId="257"/>
            <ac:spMk id="7" creationId="{FE56105C-5714-3FC7-D3E4-3434E65D86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777BCE-E9A7-47D8-D32A-D19003AF8C87}"/>
              </a:ext>
            </a:extLst>
          </p:cNvPr>
          <p:cNvSpPr/>
          <p:nvPr/>
        </p:nvSpPr>
        <p:spPr>
          <a:xfrm>
            <a:off x="3980687" y="18288"/>
            <a:ext cx="3706368" cy="1554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Sources</a:t>
            </a:r>
          </a:p>
          <a:p>
            <a:pPr algn="ctr"/>
            <a:r>
              <a:rPr lang="en-US" dirty="0"/>
              <a:t>(APIs, CSV, Scraper)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2F76EE3-1F48-4766-0486-6DF5FAF27364}"/>
              </a:ext>
            </a:extLst>
          </p:cNvPr>
          <p:cNvSpPr/>
          <p:nvPr/>
        </p:nvSpPr>
        <p:spPr>
          <a:xfrm>
            <a:off x="5589794" y="1586305"/>
            <a:ext cx="503197" cy="6071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E92FF-093D-D9B3-EE1D-FB060CE5E945}"/>
              </a:ext>
            </a:extLst>
          </p:cNvPr>
          <p:cNvSpPr/>
          <p:nvPr/>
        </p:nvSpPr>
        <p:spPr>
          <a:xfrm>
            <a:off x="3983617" y="2207860"/>
            <a:ext cx="3694967" cy="1458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Ingestion Layer</a:t>
            </a:r>
          </a:p>
          <a:p>
            <a:pPr algn="ctr"/>
            <a:r>
              <a:rPr lang="en-US" dirty="0"/>
              <a:t>Cleaning, Loading, ETC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1AD5F15-B6F8-96E5-FCBD-A98E7F8F8095}"/>
              </a:ext>
            </a:extLst>
          </p:cNvPr>
          <p:cNvSpPr/>
          <p:nvPr/>
        </p:nvSpPr>
        <p:spPr>
          <a:xfrm>
            <a:off x="5590032" y="3669792"/>
            <a:ext cx="487680" cy="5547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71E1C-0EB8-A554-AB18-F39F365349E2}"/>
              </a:ext>
            </a:extLst>
          </p:cNvPr>
          <p:cNvSpPr/>
          <p:nvPr/>
        </p:nvSpPr>
        <p:spPr>
          <a:xfrm>
            <a:off x="3992880" y="4224528"/>
            <a:ext cx="3681984" cy="1267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Preprocessing &amp; NLP Layer</a:t>
            </a:r>
          </a:p>
          <a:p>
            <a:pPr algn="ctr"/>
            <a:r>
              <a:rPr lang="en-US" dirty="0"/>
              <a:t>Tokenization, Embeddings, Translation, Lang Detect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78633C-3ACA-3672-363C-8FAA05831310}"/>
              </a:ext>
            </a:extLst>
          </p:cNvPr>
          <p:cNvSpPr/>
          <p:nvPr/>
        </p:nvSpPr>
        <p:spPr>
          <a:xfrm>
            <a:off x="3931920" y="0"/>
            <a:ext cx="3706368" cy="1353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 Analysis </a:t>
            </a:r>
          </a:p>
          <a:p>
            <a:pPr algn="ctr"/>
            <a:r>
              <a:rPr lang="en-US" dirty="0"/>
              <a:t>LDA Topics, Clustering, Summaries, Semantic Search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A756C16-A54A-5795-F14D-64AF7B736481}"/>
              </a:ext>
            </a:extLst>
          </p:cNvPr>
          <p:cNvSpPr/>
          <p:nvPr/>
        </p:nvSpPr>
        <p:spPr>
          <a:xfrm>
            <a:off x="5472544" y="1355766"/>
            <a:ext cx="623454" cy="7224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A756A-D522-0606-5C1D-6A51C71A11E4}"/>
              </a:ext>
            </a:extLst>
          </p:cNvPr>
          <p:cNvSpPr/>
          <p:nvPr/>
        </p:nvSpPr>
        <p:spPr>
          <a:xfrm>
            <a:off x="3928752" y="2078182"/>
            <a:ext cx="3701142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Retrieval &amp; Search Layer</a:t>
            </a:r>
          </a:p>
          <a:p>
            <a:pPr algn="ctr"/>
            <a:r>
              <a:rPr lang="en-US" dirty="0"/>
              <a:t> Ranking, Query Expansion </a:t>
            </a:r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B88904D-AF3E-6E19-68F2-85A85A4A3476}"/>
              </a:ext>
            </a:extLst>
          </p:cNvPr>
          <p:cNvSpPr/>
          <p:nvPr/>
        </p:nvSpPr>
        <p:spPr>
          <a:xfrm>
            <a:off x="5472545" y="3602181"/>
            <a:ext cx="682831" cy="8906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56105C-5714-3FC7-D3E4-3434E65D860D}"/>
              </a:ext>
            </a:extLst>
          </p:cNvPr>
          <p:cNvSpPr/>
          <p:nvPr/>
        </p:nvSpPr>
        <p:spPr>
          <a:xfrm>
            <a:off x="3978234" y="4492831"/>
            <a:ext cx="3661558" cy="1563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Layer</a:t>
            </a:r>
          </a:p>
          <a:p>
            <a:pPr algn="ctr"/>
            <a:r>
              <a:rPr lang="en-US" dirty="0"/>
              <a:t>JSON Endpoints, Model I/O</a:t>
            </a:r>
          </a:p>
          <a:p>
            <a:pPr algn="ctr"/>
            <a:r>
              <a:rPr lang="en-US" dirty="0"/>
              <a:t>Semantic Search Results</a:t>
            </a:r>
          </a:p>
        </p:txBody>
      </p:sp>
    </p:spTree>
    <p:extLst>
      <p:ext uri="{BB962C8B-B14F-4D97-AF65-F5344CB8AC3E}">
        <p14:creationId xmlns:p14="http://schemas.microsoft.com/office/powerpoint/2010/main" val="373551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89</cp:revision>
  <dcterms:created xsi:type="dcterms:W3CDTF">2025-11-27T20:55:30Z</dcterms:created>
  <dcterms:modified xsi:type="dcterms:W3CDTF">2025-11-27T21:14:33Z</dcterms:modified>
</cp:coreProperties>
</file>